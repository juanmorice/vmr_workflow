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69" r:id="rId4"/>
  </p:sldMasterIdLst>
  <p:notesMasterIdLst>
    <p:notesMasterId r:id="rId5"/>
  </p:notesMasterIdLst>
  <p:handoutMasterIdLst>
    <p:handoutMasterId r:id="rId6"/>
  </p:handoutMasterIdLst>
  <p:sldSz cx="12192000" cy="6858000"/>
  <p:notesSz cx="6881813" cy="92964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12" userDrawn="1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2160" userDrawn="1">
          <p15:clr>
            <a:srgbClr val="A4A3A4"/>
          </p15:clr>
        </p15:guide>
        <p15:guide id="4" orient="horz" pos="74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elly Porter" initials="SP" lastIdx="1" clrIdx="0"/>
  <p:cmAuthor id="2" name="Shelly Porter" initials="SP [2]" lastIdx="1" clrIdx="1"/>
  <p:cmAuthor id="3" name="Shelly Porter" initials="SP [3]" lastIdx="1" clrIdx="2"/>
  <p:cmAuthor id="4" name="Marta Cyhan" initials="MC" lastIdx="2" clrIdx="3"/>
  <p:cmAuthor id="5" name="BRENDA Holcomb" initials="BH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C056"/>
    <a:srgbClr val="FFCC00"/>
    <a:srgbClr val="E66749"/>
    <a:srgbClr val="EBAB20"/>
    <a:srgbClr val="7FA9B8"/>
    <a:srgbClr val="E3E3E3"/>
    <a:srgbClr val="003868"/>
    <a:srgbClr val="99A2A7"/>
    <a:srgbClr val="000000"/>
    <a:srgbClr val="738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04356F-026B-41A7-AD65-7D70A9C60FFA}" v="848" dt="2023-08-10T18:22:20.6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89" autoAdjust="0"/>
    <p:restoredTop sz="94694"/>
  </p:normalViewPr>
  <p:slideViewPr>
    <p:cSldViewPr snapToGrid="0">
      <p:cViewPr>
        <p:scale>
          <a:sx n="70" d="100"/>
          <a:sy n="70" d="100"/>
        </p:scale>
        <p:origin x="588" y="32"/>
      </p:cViewPr>
      <p:guideLst>
        <p:guide orient="horz" pos="1512"/>
        <p:guide pos="3840"/>
        <p:guide orient="horz" pos="2160"/>
        <p:guide orient="horz" pos="7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2704" y="-14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berly Kuhn" userId="174e878d-1695-46ad-892b-273f3286acff" providerId="ADAL" clId="{5904356F-026B-41A7-AD65-7D70A9C60FFA}"/>
    <pc:docChg chg="undo custSel delSld modSld">
      <pc:chgData name="Kimberly Kuhn" userId="174e878d-1695-46ad-892b-273f3286acff" providerId="ADAL" clId="{5904356F-026B-41A7-AD65-7D70A9C60FFA}" dt="2023-07-30T23:35:32.643" v="4210" actId="478"/>
      <pc:docMkLst>
        <pc:docMk/>
      </pc:docMkLst>
      <pc:sldChg chg="modSp mod">
        <pc:chgData name="Kimberly Kuhn" userId="174e878d-1695-46ad-892b-273f3286acff" providerId="ADAL" clId="{5904356F-026B-41A7-AD65-7D70A9C60FFA}" dt="2023-07-30T14:05:32.348" v="2626" actId="20577"/>
        <pc:sldMkLst>
          <pc:docMk/>
          <pc:sldMk cId="1768145561" sldId="5068"/>
        </pc:sldMkLst>
        <pc:spChg chg="mod">
          <ac:chgData name="Kimberly Kuhn" userId="174e878d-1695-46ad-892b-273f3286acff" providerId="ADAL" clId="{5904356F-026B-41A7-AD65-7D70A9C60FFA}" dt="2023-07-30T14:05:32.348" v="2626" actId="20577"/>
          <ac:spMkLst>
            <pc:docMk/>
            <pc:sldMk cId="1768145561" sldId="5068"/>
            <ac:spMk id="5" creationId="{A78CA7EC-6E09-F990-5DFB-C49ABCCA3A62}"/>
          </ac:spMkLst>
        </pc:spChg>
      </pc:sldChg>
      <pc:sldChg chg="addSp delSp modSp mod">
        <pc:chgData name="Kimberly Kuhn" userId="174e878d-1695-46ad-892b-273f3286acff" providerId="ADAL" clId="{5904356F-026B-41A7-AD65-7D70A9C60FFA}" dt="2023-07-30T14:42:43.077" v="3932" actId="404"/>
        <pc:sldMkLst>
          <pc:docMk/>
          <pc:sldMk cId="816251612" sldId="5088"/>
        </pc:sldMkLst>
        <pc:spChg chg="del mod">
          <ac:chgData name="Kimberly Kuhn" userId="174e878d-1695-46ad-892b-273f3286acff" providerId="ADAL" clId="{5904356F-026B-41A7-AD65-7D70A9C60FFA}" dt="2023-07-28T14:04:04.269" v="988" actId="478"/>
          <ac:spMkLst>
            <pc:docMk/>
            <pc:sldMk cId="816251612" sldId="5088"/>
            <ac:spMk id="2" creationId="{038F5308-438F-0245-B5A8-9D3EBD605280}"/>
          </ac:spMkLst>
        </pc:spChg>
        <pc:spChg chg="add mod">
          <ac:chgData name="Kimberly Kuhn" userId="174e878d-1695-46ad-892b-273f3286acff" providerId="ADAL" clId="{5904356F-026B-41A7-AD65-7D70A9C60FFA}" dt="2023-07-28T16:14:32.013" v="1950" actId="1037"/>
          <ac:spMkLst>
            <pc:docMk/>
            <pc:sldMk cId="816251612" sldId="5088"/>
            <ac:spMk id="3" creationId="{774EBAD2-3510-EAE2-F5FB-4FEAADBD9077}"/>
          </ac:spMkLst>
        </pc:spChg>
        <pc:spChg chg="add del mod">
          <ac:chgData name="Kimberly Kuhn" userId="174e878d-1695-46ad-892b-273f3286acff" providerId="ADAL" clId="{5904356F-026B-41A7-AD65-7D70A9C60FFA}" dt="2023-07-28T14:04:06.478" v="989" actId="478"/>
          <ac:spMkLst>
            <pc:docMk/>
            <pc:sldMk cId="816251612" sldId="5088"/>
            <ac:spMk id="7" creationId="{CCF4BD75-74D1-F92A-C6E2-4B07451C1237}"/>
          </ac:spMkLst>
        </pc:spChg>
        <pc:spChg chg="add mod">
          <ac:chgData name="Kimberly Kuhn" userId="174e878d-1695-46ad-892b-273f3286acff" providerId="ADAL" clId="{5904356F-026B-41A7-AD65-7D70A9C60FFA}" dt="2023-07-30T14:42:43.077" v="3932" actId="404"/>
          <ac:spMkLst>
            <pc:docMk/>
            <pc:sldMk cId="816251612" sldId="5088"/>
            <ac:spMk id="8" creationId="{F18A8C30-A6CB-C70B-0C11-8F76946DE5E9}"/>
          </ac:spMkLst>
        </pc:spChg>
        <pc:spChg chg="mod">
          <ac:chgData name="Kimberly Kuhn" userId="174e878d-1695-46ad-892b-273f3286acff" providerId="ADAL" clId="{5904356F-026B-41A7-AD65-7D70A9C60FFA}" dt="2023-07-28T14:09:43.657" v="1446" actId="1036"/>
          <ac:spMkLst>
            <pc:docMk/>
            <pc:sldMk cId="816251612" sldId="5088"/>
            <ac:spMk id="16" creationId="{D955BE85-437B-4DBC-7F46-F08E9684822C}"/>
          </ac:spMkLst>
        </pc:spChg>
        <pc:spChg chg="del">
          <ac:chgData name="Kimberly Kuhn" userId="174e878d-1695-46ad-892b-273f3286acff" providerId="ADAL" clId="{5904356F-026B-41A7-AD65-7D70A9C60FFA}" dt="2023-07-28T13:55:34.173" v="675" actId="478"/>
          <ac:spMkLst>
            <pc:docMk/>
            <pc:sldMk cId="816251612" sldId="5088"/>
            <ac:spMk id="17" creationId="{72DF3D9F-62E4-755B-B6B9-458F22D9941A}"/>
          </ac:spMkLst>
        </pc:spChg>
        <pc:spChg chg="mod">
          <ac:chgData name="Kimberly Kuhn" userId="174e878d-1695-46ad-892b-273f3286acff" providerId="ADAL" clId="{5904356F-026B-41A7-AD65-7D70A9C60FFA}" dt="2023-07-28T13:59:18.584" v="837" actId="404"/>
          <ac:spMkLst>
            <pc:docMk/>
            <pc:sldMk cId="816251612" sldId="5088"/>
            <ac:spMk id="19" creationId="{DEC634A7-8187-ACF3-B456-244B58B87997}"/>
          </ac:spMkLst>
        </pc:spChg>
        <pc:graphicFrameChg chg="mod">
          <ac:chgData name="Kimberly Kuhn" userId="174e878d-1695-46ad-892b-273f3286acff" providerId="ADAL" clId="{5904356F-026B-41A7-AD65-7D70A9C60FFA}" dt="2023-07-28T16:14:27.323" v="1938" actId="1038"/>
          <ac:graphicFrameMkLst>
            <pc:docMk/>
            <pc:sldMk cId="816251612" sldId="5088"/>
            <ac:graphicFrameMk id="12" creationId="{EBD47A7E-87B9-8E46-FEC8-6086141262C4}"/>
          </ac:graphicFrameMkLst>
        </pc:graphicFrameChg>
        <pc:graphicFrameChg chg="mod">
          <ac:chgData name="Kimberly Kuhn" userId="174e878d-1695-46ad-892b-273f3286acff" providerId="ADAL" clId="{5904356F-026B-41A7-AD65-7D70A9C60FFA}" dt="2023-07-28T14:15:47.766" v="1553" actId="207"/>
          <ac:graphicFrameMkLst>
            <pc:docMk/>
            <pc:sldMk cId="816251612" sldId="5088"/>
            <ac:graphicFrameMk id="15" creationId="{9995A88E-E7A3-7001-D14C-A7A7EAD50CA5}"/>
          </ac:graphicFrameMkLst>
        </pc:graphicFrameChg>
      </pc:sldChg>
      <pc:sldChg chg="addSp delSp modSp mod modNotes">
        <pc:chgData name="Kimberly Kuhn" userId="174e878d-1695-46ad-892b-273f3286acff" providerId="ADAL" clId="{5904356F-026B-41A7-AD65-7D70A9C60FFA}" dt="2023-07-30T23:35:08.227" v="4171" actId="478"/>
        <pc:sldMkLst>
          <pc:docMk/>
          <pc:sldMk cId="1414231812" sldId="2132740526"/>
        </pc:sldMkLst>
        <pc:spChg chg="del">
          <ac:chgData name="Kimberly Kuhn" userId="174e878d-1695-46ad-892b-273f3286acff" providerId="ADAL" clId="{5904356F-026B-41A7-AD65-7D70A9C60FFA}" dt="2023-07-28T14:21:45.810" v="1583" actId="478"/>
          <ac:spMkLst>
            <pc:docMk/>
            <pc:sldMk cId="1414231812" sldId="2132740526"/>
            <ac:spMk id="2" creationId="{46A023B8-53BD-A898-F0AE-4D15744B67EC}"/>
          </ac:spMkLst>
        </pc:spChg>
        <pc:spChg chg="add del mod">
          <ac:chgData name="Kimberly Kuhn" userId="174e878d-1695-46ad-892b-273f3286acff" providerId="ADAL" clId="{5904356F-026B-41A7-AD65-7D70A9C60FFA}" dt="2023-07-28T14:21:41.824" v="1582" actId="478"/>
          <ac:spMkLst>
            <pc:docMk/>
            <pc:sldMk cId="1414231812" sldId="2132740526"/>
            <ac:spMk id="3" creationId="{80574F13-CBCA-C083-644D-CCB51CA1C3D3}"/>
          </ac:spMkLst>
        </pc:spChg>
        <pc:spChg chg="del">
          <ac:chgData name="Kimberly Kuhn" userId="174e878d-1695-46ad-892b-273f3286acff" providerId="ADAL" clId="{5904356F-026B-41A7-AD65-7D70A9C60FFA}" dt="2023-07-28T16:15:34.227" v="2102" actId="478"/>
          <ac:spMkLst>
            <pc:docMk/>
            <pc:sldMk cId="1414231812" sldId="2132740526"/>
            <ac:spMk id="7" creationId="{B9D01784-29D0-3386-E33A-35B54D22D7F9}"/>
          </ac:spMkLst>
        </pc:spChg>
        <pc:spChg chg="del">
          <ac:chgData name="Kimberly Kuhn" userId="174e878d-1695-46ad-892b-273f3286acff" providerId="ADAL" clId="{5904356F-026B-41A7-AD65-7D70A9C60FFA}" dt="2023-07-28T16:15:31.437" v="2101" actId="478"/>
          <ac:spMkLst>
            <pc:docMk/>
            <pc:sldMk cId="1414231812" sldId="2132740526"/>
            <ac:spMk id="8" creationId="{0EC92A4A-7424-BD48-E42B-ECFD1F1AEE10}"/>
          </ac:spMkLst>
        </pc:spChg>
        <pc:spChg chg="add mod">
          <ac:chgData name="Kimberly Kuhn" userId="174e878d-1695-46ad-892b-273f3286acff" providerId="ADAL" clId="{5904356F-026B-41A7-AD65-7D70A9C60FFA}" dt="2023-07-30T14:44:51.881" v="3994" actId="20577"/>
          <ac:spMkLst>
            <pc:docMk/>
            <pc:sldMk cId="1414231812" sldId="2132740526"/>
            <ac:spMk id="10" creationId="{0A539364-4CF7-C74F-79E4-FFAC1ABB9B02}"/>
          </ac:spMkLst>
        </pc:spChg>
        <pc:spChg chg="add mod">
          <ac:chgData name="Kimberly Kuhn" userId="174e878d-1695-46ad-892b-273f3286acff" providerId="ADAL" clId="{5904356F-026B-41A7-AD65-7D70A9C60FFA}" dt="2023-07-28T17:10:39.092" v="2408" actId="20577"/>
          <ac:spMkLst>
            <pc:docMk/>
            <pc:sldMk cId="1414231812" sldId="2132740526"/>
            <ac:spMk id="11" creationId="{ED006664-343D-C170-0459-B4A77657C62E}"/>
          </ac:spMkLst>
        </pc:spChg>
        <pc:spChg chg="add mod">
          <ac:chgData name="Kimberly Kuhn" userId="174e878d-1695-46ad-892b-273f3286acff" providerId="ADAL" clId="{5904356F-026B-41A7-AD65-7D70A9C60FFA}" dt="2023-07-28T20:41:43.917" v="2435" actId="1035"/>
          <ac:spMkLst>
            <pc:docMk/>
            <pc:sldMk cId="1414231812" sldId="2132740526"/>
            <ac:spMk id="12" creationId="{D278FDD5-4778-BAC9-C6ED-CB9659AEA69D}"/>
          </ac:spMkLst>
        </pc:spChg>
        <pc:spChg chg="del mod">
          <ac:chgData name="Kimberly Kuhn" userId="174e878d-1695-46ad-892b-273f3286acff" providerId="ADAL" clId="{5904356F-026B-41A7-AD65-7D70A9C60FFA}" dt="2023-07-30T23:35:08.227" v="4171" actId="478"/>
          <ac:spMkLst>
            <pc:docMk/>
            <pc:sldMk cId="1414231812" sldId="2132740526"/>
            <ac:spMk id="22" creationId="{77338F4C-97F7-7E6A-423E-BBFE2A58E0F8}"/>
          </ac:spMkLst>
        </pc:spChg>
        <pc:graphicFrameChg chg="mod">
          <ac:chgData name="Kimberly Kuhn" userId="174e878d-1695-46ad-892b-273f3286acff" providerId="ADAL" clId="{5904356F-026B-41A7-AD65-7D70A9C60FFA}" dt="2023-07-28T17:08:35.631" v="2115" actId="403"/>
          <ac:graphicFrameMkLst>
            <pc:docMk/>
            <pc:sldMk cId="1414231812" sldId="2132740526"/>
            <ac:graphicFrameMk id="4" creationId="{EC3E615C-2870-9BF7-FE7C-98909CEED93E}"/>
          </ac:graphicFrameMkLst>
        </pc:graphicFrameChg>
        <pc:graphicFrameChg chg="add mod">
          <ac:chgData name="Kimberly Kuhn" userId="174e878d-1695-46ad-892b-273f3286acff" providerId="ADAL" clId="{5904356F-026B-41A7-AD65-7D70A9C60FFA}" dt="2023-07-28T17:08:42.424" v="2117" actId="403"/>
          <ac:graphicFrameMkLst>
            <pc:docMk/>
            <pc:sldMk cId="1414231812" sldId="2132740526"/>
            <ac:graphicFrameMk id="9" creationId="{376FBBE9-47F4-3B34-C77C-090A8282D847}"/>
          </ac:graphicFrameMkLst>
        </pc:graphicFrameChg>
        <pc:graphicFrameChg chg="del mod">
          <ac:chgData name="Kimberly Kuhn" userId="174e878d-1695-46ad-892b-273f3286acff" providerId="ADAL" clId="{5904356F-026B-41A7-AD65-7D70A9C60FFA}" dt="2023-07-28T14:25:28.041" v="1597" actId="478"/>
          <ac:graphicFrameMkLst>
            <pc:docMk/>
            <pc:sldMk cId="1414231812" sldId="2132740526"/>
            <ac:graphicFrameMk id="18" creationId="{9B2F23D3-4636-925D-5394-F830AD6F0E60}"/>
          </ac:graphicFrameMkLst>
        </pc:graphicFrameChg>
      </pc:sldChg>
      <pc:sldChg chg="addSp delSp modSp mod">
        <pc:chgData name="Kimberly Kuhn" userId="174e878d-1695-46ad-892b-273f3286acff" providerId="ADAL" clId="{5904356F-026B-41A7-AD65-7D70A9C60FFA}" dt="2023-07-30T23:35:20.058" v="4209" actId="1035"/>
        <pc:sldMkLst>
          <pc:docMk/>
          <pc:sldMk cId="3787408010" sldId="2145705873"/>
        </pc:sldMkLst>
        <pc:spChg chg="del mod">
          <ac:chgData name="Kimberly Kuhn" userId="174e878d-1695-46ad-892b-273f3286acff" providerId="ADAL" clId="{5904356F-026B-41A7-AD65-7D70A9C60FFA}" dt="2023-07-28T14:02:58.103" v="886" actId="478"/>
          <ac:spMkLst>
            <pc:docMk/>
            <pc:sldMk cId="3787408010" sldId="2145705873"/>
            <ac:spMk id="2" creationId="{B4CF271D-F028-14D8-C0DA-AC100D2B4FA4}"/>
          </ac:spMkLst>
        </pc:spChg>
        <pc:spChg chg="mod">
          <ac:chgData name="Kimberly Kuhn" userId="174e878d-1695-46ad-892b-273f3286acff" providerId="ADAL" clId="{5904356F-026B-41A7-AD65-7D70A9C60FFA}" dt="2023-07-30T23:35:20.058" v="4209" actId="1035"/>
          <ac:spMkLst>
            <pc:docMk/>
            <pc:sldMk cId="3787408010" sldId="2145705873"/>
            <ac:spMk id="3" creationId="{1B17BBE7-4498-6776-D5B3-EF552D0A1ED8}"/>
          </ac:spMkLst>
        </pc:spChg>
        <pc:spChg chg="mod">
          <ac:chgData name="Kimberly Kuhn" userId="174e878d-1695-46ad-892b-273f3286acff" providerId="ADAL" clId="{5904356F-026B-41A7-AD65-7D70A9C60FFA}" dt="2023-07-28T14:14:41.149" v="1550" actId="242"/>
          <ac:spMkLst>
            <pc:docMk/>
            <pc:sldMk cId="3787408010" sldId="2145705873"/>
            <ac:spMk id="6" creationId="{B0F0CF3D-8683-9D95-783A-53AA92DEC6EF}"/>
          </ac:spMkLst>
        </pc:spChg>
        <pc:spChg chg="del mod">
          <ac:chgData name="Kimberly Kuhn" userId="174e878d-1695-46ad-892b-273f3286acff" providerId="ADAL" clId="{5904356F-026B-41A7-AD65-7D70A9C60FFA}" dt="2023-07-28T13:40:43.801" v="335" actId="478"/>
          <ac:spMkLst>
            <pc:docMk/>
            <pc:sldMk cId="3787408010" sldId="2145705873"/>
            <ac:spMk id="10" creationId="{5D4272BB-4BC9-1A1D-41F9-208F10045520}"/>
          </ac:spMkLst>
        </pc:spChg>
        <pc:spChg chg="mod">
          <ac:chgData name="Kimberly Kuhn" userId="174e878d-1695-46ad-892b-273f3286acff" providerId="ADAL" clId="{5904356F-026B-41A7-AD65-7D70A9C60FFA}" dt="2023-07-30T23:35:20.058" v="4209" actId="1035"/>
          <ac:spMkLst>
            <pc:docMk/>
            <pc:sldMk cId="3787408010" sldId="2145705873"/>
            <ac:spMk id="12" creationId="{02FC6B04-6FAD-E88D-A42C-9091E4DA56E4}"/>
          </ac:spMkLst>
        </pc:spChg>
        <pc:spChg chg="mod">
          <ac:chgData name="Kimberly Kuhn" userId="174e878d-1695-46ad-892b-273f3286acff" providerId="ADAL" clId="{5904356F-026B-41A7-AD65-7D70A9C60FFA}" dt="2023-07-28T14:13:39.961" v="1514" actId="207"/>
          <ac:spMkLst>
            <pc:docMk/>
            <pc:sldMk cId="3787408010" sldId="2145705873"/>
            <ac:spMk id="14" creationId="{C7725075-D313-F3FE-0EC9-8338A0963A16}"/>
          </ac:spMkLst>
        </pc:spChg>
        <pc:spChg chg="del">
          <ac:chgData name="Kimberly Kuhn" userId="174e878d-1695-46ad-892b-273f3286acff" providerId="ADAL" clId="{5904356F-026B-41A7-AD65-7D70A9C60FFA}" dt="2023-07-28T00:21:00.706" v="8" actId="478"/>
          <ac:spMkLst>
            <pc:docMk/>
            <pc:sldMk cId="3787408010" sldId="2145705873"/>
            <ac:spMk id="15" creationId="{9D13926D-86EE-AF6B-F08C-D7FDF4577234}"/>
          </ac:spMkLst>
        </pc:spChg>
        <pc:spChg chg="add mod">
          <ac:chgData name="Kimberly Kuhn" userId="174e878d-1695-46ad-892b-273f3286acff" providerId="ADAL" clId="{5904356F-026B-41A7-AD65-7D70A9C60FFA}" dt="2023-07-30T23:35:20.058" v="4209" actId="1035"/>
          <ac:spMkLst>
            <pc:docMk/>
            <pc:sldMk cId="3787408010" sldId="2145705873"/>
            <ac:spMk id="23" creationId="{B7218542-BBB5-D7F9-A731-57B658166820}"/>
          </ac:spMkLst>
        </pc:spChg>
        <pc:spChg chg="add mod">
          <ac:chgData name="Kimberly Kuhn" userId="174e878d-1695-46ad-892b-273f3286acff" providerId="ADAL" clId="{5904356F-026B-41A7-AD65-7D70A9C60FFA}" dt="2023-07-28T14:09:00.085" v="1423" actId="403"/>
          <ac:spMkLst>
            <pc:docMk/>
            <pc:sldMk cId="3787408010" sldId="2145705873"/>
            <ac:spMk id="24" creationId="{6D02EEE4-D12F-C01E-5BD5-08FB1EF203E1}"/>
          </ac:spMkLst>
        </pc:spChg>
        <pc:spChg chg="add del mod">
          <ac:chgData name="Kimberly Kuhn" userId="174e878d-1695-46ad-892b-273f3286acff" providerId="ADAL" clId="{5904356F-026B-41A7-AD65-7D70A9C60FFA}" dt="2023-07-28T14:00:54.598" v="879"/>
          <ac:spMkLst>
            <pc:docMk/>
            <pc:sldMk cId="3787408010" sldId="2145705873"/>
            <ac:spMk id="25" creationId="{E4F2520F-6E12-B3C5-1989-AA301E009DF2}"/>
          </ac:spMkLst>
        </pc:spChg>
        <pc:spChg chg="del">
          <ac:chgData name="Kimberly Kuhn" userId="174e878d-1695-46ad-892b-273f3286acff" providerId="ADAL" clId="{5904356F-026B-41A7-AD65-7D70A9C60FFA}" dt="2023-07-30T23:35:12.871" v="4172" actId="478"/>
          <ac:spMkLst>
            <pc:docMk/>
            <pc:sldMk cId="3787408010" sldId="2145705873"/>
            <ac:spMk id="26" creationId="{8A387B0C-EA02-4816-7720-BF296D8639C1}"/>
          </ac:spMkLst>
        </pc:spChg>
        <pc:spChg chg="add mod">
          <ac:chgData name="Kimberly Kuhn" userId="174e878d-1695-46ad-892b-273f3286acff" providerId="ADAL" clId="{5904356F-026B-41A7-AD65-7D70A9C60FFA}" dt="2023-07-28T14:05:23.991" v="1071" actId="2711"/>
          <ac:spMkLst>
            <pc:docMk/>
            <pc:sldMk cId="3787408010" sldId="2145705873"/>
            <ac:spMk id="27" creationId="{AD7389AE-7BF6-8DA4-00B0-EB0EC8006D0B}"/>
          </ac:spMkLst>
        </pc:spChg>
        <pc:spChg chg="mod">
          <ac:chgData name="Kimberly Kuhn" userId="174e878d-1695-46ad-892b-273f3286acff" providerId="ADAL" clId="{5904356F-026B-41A7-AD65-7D70A9C60FFA}" dt="2023-07-28T14:08:53.516" v="1420" actId="403"/>
          <ac:spMkLst>
            <pc:docMk/>
            <pc:sldMk cId="3787408010" sldId="2145705873"/>
            <ac:spMk id="47" creationId="{69ED118D-F4D0-33DC-F15A-92B7F656213B}"/>
          </ac:spMkLst>
        </pc:spChg>
        <pc:graphicFrameChg chg="mod">
          <ac:chgData name="Kimberly Kuhn" userId="174e878d-1695-46ad-892b-273f3286acff" providerId="ADAL" clId="{5904356F-026B-41A7-AD65-7D70A9C60FFA}" dt="2023-07-28T14:13:26.636" v="1511" actId="207"/>
          <ac:graphicFrameMkLst>
            <pc:docMk/>
            <pc:sldMk cId="3787408010" sldId="2145705873"/>
            <ac:graphicFrameMk id="4" creationId="{F93F8032-1387-B17F-75F7-1A75DC8F45DA}"/>
          </ac:graphicFrameMkLst>
        </pc:graphicFrameChg>
        <pc:graphicFrameChg chg="mod">
          <ac:chgData name="Kimberly Kuhn" userId="174e878d-1695-46ad-892b-273f3286acff" providerId="ADAL" clId="{5904356F-026B-41A7-AD65-7D70A9C60FFA}" dt="2023-07-30T23:35:20.058" v="4209" actId="1035"/>
          <ac:graphicFrameMkLst>
            <pc:docMk/>
            <pc:sldMk cId="3787408010" sldId="2145705873"/>
            <ac:graphicFrameMk id="7" creationId="{00000000-0008-0000-0200-000002000000}"/>
          </ac:graphicFrameMkLst>
        </pc:graphicFrameChg>
        <pc:graphicFrameChg chg="mod">
          <ac:chgData name="Kimberly Kuhn" userId="174e878d-1695-46ad-892b-273f3286acff" providerId="ADAL" clId="{5904356F-026B-41A7-AD65-7D70A9C60FFA}" dt="2023-07-28T14:13:30.526" v="1512" actId="207"/>
          <ac:graphicFrameMkLst>
            <pc:docMk/>
            <pc:sldMk cId="3787408010" sldId="2145705873"/>
            <ac:graphicFrameMk id="13" creationId="{16BB64C1-49E7-4BC2-87F7-1A303C4DA90F}"/>
          </ac:graphicFrameMkLst>
        </pc:graphicFrameChg>
        <pc:cxnChg chg="add del mod">
          <ac:chgData name="Kimberly Kuhn" userId="174e878d-1695-46ad-892b-273f3286acff" providerId="ADAL" clId="{5904356F-026B-41A7-AD65-7D70A9C60FFA}" dt="2023-07-28T13:36:06.280" v="154" actId="478"/>
          <ac:cxnSpMkLst>
            <pc:docMk/>
            <pc:sldMk cId="3787408010" sldId="2145705873"/>
            <ac:cxnSpMk id="8" creationId="{9EE78F25-001A-B55D-DE72-3F5C9350E9A2}"/>
          </ac:cxnSpMkLst>
        </pc:cxnChg>
        <pc:cxnChg chg="mod">
          <ac:chgData name="Kimberly Kuhn" userId="174e878d-1695-46ad-892b-273f3286acff" providerId="ADAL" clId="{5904356F-026B-41A7-AD65-7D70A9C60FFA}" dt="2023-07-30T23:35:20.058" v="4209" actId="1035"/>
          <ac:cxnSpMkLst>
            <pc:docMk/>
            <pc:sldMk cId="3787408010" sldId="2145705873"/>
            <ac:cxnSpMk id="9" creationId="{C5D541A5-7A0C-60CE-716F-83913A6BA426}"/>
          </ac:cxnSpMkLst>
        </pc:cxnChg>
        <pc:cxnChg chg="mod">
          <ac:chgData name="Kimberly Kuhn" userId="174e878d-1695-46ad-892b-273f3286acff" providerId="ADAL" clId="{5904356F-026B-41A7-AD65-7D70A9C60FFA}" dt="2023-07-30T23:35:20.058" v="4209" actId="1035"/>
          <ac:cxnSpMkLst>
            <pc:docMk/>
            <pc:sldMk cId="3787408010" sldId="2145705873"/>
            <ac:cxnSpMk id="11" creationId="{D3F6E785-FD2C-F383-8BEE-DBBD2B5B402B}"/>
          </ac:cxnSpMkLst>
        </pc:cxnChg>
        <pc:cxnChg chg="add del mod">
          <ac:chgData name="Kimberly Kuhn" userId="174e878d-1695-46ad-892b-273f3286acff" providerId="ADAL" clId="{5904356F-026B-41A7-AD65-7D70A9C60FFA}" dt="2023-07-28T13:24:11.441" v="148" actId="478"/>
          <ac:cxnSpMkLst>
            <pc:docMk/>
            <pc:sldMk cId="3787408010" sldId="2145705873"/>
            <ac:cxnSpMk id="17" creationId="{CCD3B871-0DFD-61D4-3BD7-F036F0DCDA59}"/>
          </ac:cxnSpMkLst>
        </pc:cxnChg>
      </pc:sldChg>
      <pc:sldChg chg="del">
        <pc:chgData name="Kimberly Kuhn" userId="174e878d-1695-46ad-892b-273f3286acff" providerId="ADAL" clId="{5904356F-026B-41A7-AD65-7D70A9C60FFA}" dt="2023-07-28T00:20:05.241" v="0" actId="47"/>
        <pc:sldMkLst>
          <pc:docMk/>
          <pc:sldMk cId="1395948400" sldId="2145705887"/>
        </pc:sldMkLst>
      </pc:sldChg>
      <pc:sldChg chg="addSp delSp modSp mod">
        <pc:chgData name="Kimberly Kuhn" userId="174e878d-1695-46ad-892b-273f3286acff" providerId="ADAL" clId="{5904356F-026B-41A7-AD65-7D70A9C60FFA}" dt="2023-07-30T23:34:37.399" v="4170" actId="1035"/>
        <pc:sldMkLst>
          <pc:docMk/>
          <pc:sldMk cId="68545958" sldId="2145705893"/>
        </pc:sldMkLst>
        <pc:spChg chg="del">
          <ac:chgData name="Kimberly Kuhn" userId="174e878d-1695-46ad-892b-273f3286acff" providerId="ADAL" clId="{5904356F-026B-41A7-AD65-7D70A9C60FFA}" dt="2023-07-30T14:45:21.266" v="3995" actId="478"/>
          <ac:spMkLst>
            <pc:docMk/>
            <pc:sldMk cId="68545958" sldId="2145705893"/>
            <ac:spMk id="2" creationId="{B4CF271D-F028-14D8-C0DA-AC100D2B4FA4}"/>
          </ac:spMkLst>
        </pc:spChg>
        <pc:spChg chg="add mod">
          <ac:chgData name="Kimberly Kuhn" userId="174e878d-1695-46ad-892b-273f3286acff" providerId="ADAL" clId="{5904356F-026B-41A7-AD65-7D70A9C60FFA}" dt="2023-07-30T14:45:48.166" v="4024" actId="20577"/>
          <ac:spMkLst>
            <pc:docMk/>
            <pc:sldMk cId="68545958" sldId="2145705893"/>
            <ac:spMk id="3" creationId="{B74847E0-2A72-4A43-8760-C514DE5EBF60}"/>
          </ac:spMkLst>
        </pc:spChg>
        <pc:spChg chg="del mod">
          <ac:chgData name="Kimberly Kuhn" userId="174e878d-1695-46ad-892b-273f3286acff" providerId="ADAL" clId="{5904356F-026B-41A7-AD65-7D70A9C60FFA}" dt="2023-07-28T20:44:29.546" v="2471" actId="478"/>
          <ac:spMkLst>
            <pc:docMk/>
            <pc:sldMk cId="68545958" sldId="2145705893"/>
            <ac:spMk id="22" creationId="{27146F35-5ECF-71F3-17AE-8E50E2175B43}"/>
          </ac:spMkLst>
        </pc:spChg>
        <pc:spChg chg="del mod">
          <ac:chgData name="Kimberly Kuhn" userId="174e878d-1695-46ad-892b-273f3286acff" providerId="ADAL" clId="{5904356F-026B-41A7-AD65-7D70A9C60FFA}" dt="2023-07-30T23:34:32.212" v="4152" actId="478"/>
          <ac:spMkLst>
            <pc:docMk/>
            <pc:sldMk cId="68545958" sldId="2145705893"/>
            <ac:spMk id="27" creationId="{5CDCC8E9-C0C5-B2F8-42AF-D1B857F0D7A7}"/>
          </ac:spMkLst>
        </pc:spChg>
        <pc:spChg chg="mod">
          <ac:chgData name="Kimberly Kuhn" userId="174e878d-1695-46ad-892b-273f3286acff" providerId="ADAL" clId="{5904356F-026B-41A7-AD65-7D70A9C60FFA}" dt="2023-07-30T23:34:37.399" v="4170" actId="1035"/>
          <ac:spMkLst>
            <pc:docMk/>
            <pc:sldMk cId="68545958" sldId="2145705893"/>
            <ac:spMk id="47" creationId="{69ED118D-F4D0-33DC-F15A-92B7F656213B}"/>
          </ac:spMkLst>
        </pc:spChg>
        <pc:graphicFrameChg chg="mod">
          <ac:chgData name="Kimberly Kuhn" userId="174e878d-1695-46ad-892b-273f3286acff" providerId="ADAL" clId="{5904356F-026B-41A7-AD65-7D70A9C60FFA}" dt="2023-07-30T23:34:37.399" v="4170" actId="1035"/>
          <ac:graphicFrameMkLst>
            <pc:docMk/>
            <pc:sldMk cId="68545958" sldId="2145705893"/>
            <ac:graphicFrameMk id="18" creationId="{718F5661-4896-1910-706D-1815A1C9C651}"/>
          </ac:graphicFrameMkLst>
        </pc:graphicFrameChg>
        <pc:graphicFrameChg chg="mod modGraphic">
          <ac:chgData name="Kimberly Kuhn" userId="174e878d-1695-46ad-892b-273f3286acff" providerId="ADAL" clId="{5904356F-026B-41A7-AD65-7D70A9C60FFA}" dt="2023-07-30T23:34:37.399" v="4170" actId="1035"/>
          <ac:graphicFrameMkLst>
            <pc:docMk/>
            <pc:sldMk cId="68545958" sldId="2145705893"/>
            <ac:graphicFrameMk id="20" creationId="{0C8806DA-E0F3-77EA-6E0B-594A6328202D}"/>
          </ac:graphicFrameMkLst>
        </pc:graphicFrameChg>
      </pc:sldChg>
      <pc:sldChg chg="addSp delSp modSp mod">
        <pc:chgData name="Kimberly Kuhn" userId="174e878d-1695-46ad-892b-273f3286acff" providerId="ADAL" clId="{5904356F-026B-41A7-AD65-7D70A9C60FFA}" dt="2023-07-30T23:34:17.047" v="4141" actId="1038"/>
        <pc:sldMkLst>
          <pc:docMk/>
          <pc:sldMk cId="808945795" sldId="2145705894"/>
        </pc:sldMkLst>
        <pc:spChg chg="add mod">
          <ac:chgData name="Kimberly Kuhn" userId="174e878d-1695-46ad-892b-273f3286acff" providerId="ADAL" clId="{5904356F-026B-41A7-AD65-7D70A9C60FFA}" dt="2023-07-30T23:34:17.047" v="4141" actId="1038"/>
          <ac:spMkLst>
            <pc:docMk/>
            <pc:sldMk cId="808945795" sldId="2145705894"/>
            <ac:spMk id="2" creationId="{9B54EF26-E331-1097-C7EE-FB3DDD8E05D6}"/>
          </ac:spMkLst>
        </pc:spChg>
        <pc:spChg chg="mod">
          <ac:chgData name="Kimberly Kuhn" userId="174e878d-1695-46ad-892b-273f3286acff" providerId="ADAL" clId="{5904356F-026B-41A7-AD65-7D70A9C60FFA}" dt="2023-07-30T14:47:26.040" v="4070" actId="108"/>
          <ac:spMkLst>
            <pc:docMk/>
            <pc:sldMk cId="808945795" sldId="2145705894"/>
            <ac:spMk id="22" creationId="{76697207-0A9A-47C4-BBBC-397BC4819E81}"/>
          </ac:spMkLst>
        </pc:spChg>
        <pc:spChg chg="del">
          <ac:chgData name="Kimberly Kuhn" userId="174e878d-1695-46ad-892b-273f3286acff" providerId="ADAL" clId="{5904356F-026B-41A7-AD65-7D70A9C60FFA}" dt="2023-07-30T14:39:46.957" v="3836" actId="478"/>
          <ac:spMkLst>
            <pc:docMk/>
            <pc:sldMk cId="808945795" sldId="2145705894"/>
            <ac:spMk id="41" creationId="{5338E86D-5001-42C6-B874-0C72998E294E}"/>
          </ac:spMkLst>
        </pc:spChg>
        <pc:spChg chg="mod">
          <ac:chgData name="Kimberly Kuhn" userId="174e878d-1695-46ad-892b-273f3286acff" providerId="ADAL" clId="{5904356F-026B-41A7-AD65-7D70A9C60FFA}" dt="2023-07-30T14:41:18.477" v="3882" actId="1076"/>
          <ac:spMkLst>
            <pc:docMk/>
            <pc:sldMk cId="808945795" sldId="2145705894"/>
            <ac:spMk id="43" creationId="{1AB25794-CEFF-4558-82BE-6501B0F48008}"/>
          </ac:spMkLst>
        </pc:spChg>
        <pc:graphicFrameChg chg="mod">
          <ac:chgData name="Kimberly Kuhn" userId="174e878d-1695-46ad-892b-273f3286acff" providerId="ADAL" clId="{5904356F-026B-41A7-AD65-7D70A9C60FFA}" dt="2023-07-30T14:41:15.399" v="3881" actId="1076"/>
          <ac:graphicFrameMkLst>
            <pc:docMk/>
            <pc:sldMk cId="808945795" sldId="2145705894"/>
            <ac:graphicFrameMk id="36" creationId="{FDE27C9E-F57E-4E76-9ACD-8A7247605915}"/>
          </ac:graphicFrameMkLst>
        </pc:graphicFrameChg>
      </pc:sldChg>
      <pc:sldChg chg="addSp delSp modSp mod">
        <pc:chgData name="Kimberly Kuhn" userId="174e878d-1695-46ad-892b-273f3286acff" providerId="ADAL" clId="{5904356F-026B-41A7-AD65-7D70A9C60FFA}" dt="2023-07-30T14:47:39.558" v="4072" actId="207"/>
        <pc:sldMkLst>
          <pc:docMk/>
          <pc:sldMk cId="3493505058" sldId="2145705895"/>
        </pc:sldMkLst>
        <pc:spChg chg="add mod">
          <ac:chgData name="Kimberly Kuhn" userId="174e878d-1695-46ad-892b-273f3286acff" providerId="ADAL" clId="{5904356F-026B-41A7-AD65-7D70A9C60FFA}" dt="2023-07-30T14:16:45.039" v="3165" actId="14100"/>
          <ac:spMkLst>
            <pc:docMk/>
            <pc:sldMk cId="3493505058" sldId="2145705895"/>
            <ac:spMk id="2" creationId="{7F0BC354-378A-B4C5-E0EB-F9E434185C1E}"/>
          </ac:spMkLst>
        </pc:spChg>
        <pc:spChg chg="mod">
          <ac:chgData name="Kimberly Kuhn" userId="174e878d-1695-46ad-892b-273f3286acff" providerId="ADAL" clId="{5904356F-026B-41A7-AD65-7D70A9C60FFA}" dt="2023-07-30T14:11:41.268" v="2800" actId="20577"/>
          <ac:spMkLst>
            <pc:docMk/>
            <pc:sldMk cId="3493505058" sldId="2145705895"/>
            <ac:spMk id="5" creationId="{264E7F26-A263-CE83-8F10-400E59B92E20}"/>
          </ac:spMkLst>
        </pc:spChg>
        <pc:spChg chg="mod">
          <ac:chgData name="Kimberly Kuhn" userId="174e878d-1695-46ad-892b-273f3286acff" providerId="ADAL" clId="{5904356F-026B-41A7-AD65-7D70A9C60FFA}" dt="2023-07-30T14:47:39.558" v="4072" actId="207"/>
          <ac:spMkLst>
            <pc:docMk/>
            <pc:sldMk cId="3493505058" sldId="2145705895"/>
            <ac:spMk id="7" creationId="{38999B87-219F-48EA-B475-AA1A95C4778D}"/>
          </ac:spMkLst>
        </pc:spChg>
        <pc:spChg chg="del">
          <ac:chgData name="Kimberly Kuhn" userId="174e878d-1695-46ad-892b-273f3286acff" providerId="ADAL" clId="{5904356F-026B-41A7-AD65-7D70A9C60FFA}" dt="2023-07-30T14:39:11.857" v="3797" actId="478"/>
          <ac:spMkLst>
            <pc:docMk/>
            <pc:sldMk cId="3493505058" sldId="2145705895"/>
            <ac:spMk id="9" creationId="{98CB56E6-2BB2-B252-480E-48013D6AFD25}"/>
          </ac:spMkLst>
        </pc:spChg>
        <pc:spChg chg="add mod">
          <ac:chgData name="Kimberly Kuhn" userId="174e878d-1695-46ad-892b-273f3286acff" providerId="ADAL" clId="{5904356F-026B-41A7-AD65-7D70A9C60FFA}" dt="2023-07-30T14:39:32.611" v="3835" actId="20577"/>
          <ac:spMkLst>
            <pc:docMk/>
            <pc:sldMk cId="3493505058" sldId="2145705895"/>
            <ac:spMk id="10" creationId="{5240FA91-D9D3-9F74-37EE-DC2ACC6A1883}"/>
          </ac:spMkLst>
        </pc:spChg>
        <pc:spChg chg="del">
          <ac:chgData name="Kimberly Kuhn" userId="174e878d-1695-46ad-892b-273f3286acff" providerId="ADAL" clId="{5904356F-026B-41A7-AD65-7D70A9C60FFA}" dt="2023-07-30T14:39:07.762" v="3796" actId="478"/>
          <ac:spMkLst>
            <pc:docMk/>
            <pc:sldMk cId="3493505058" sldId="2145705895"/>
            <ac:spMk id="14" creationId="{9C586CDB-F2D3-839C-0B51-4D793D77E624}"/>
          </ac:spMkLst>
        </pc:spChg>
        <pc:graphicFrameChg chg="mod">
          <ac:chgData name="Kimberly Kuhn" userId="174e878d-1695-46ad-892b-273f3286acff" providerId="ADAL" clId="{5904356F-026B-41A7-AD65-7D70A9C60FFA}" dt="2023-07-30T14:12:32.611" v="2924" actId="404"/>
          <ac:graphicFrameMkLst>
            <pc:docMk/>
            <pc:sldMk cId="3493505058" sldId="2145705895"/>
            <ac:graphicFrameMk id="3" creationId="{28358E85-6021-A323-47F7-77499748EE2C}"/>
          </ac:graphicFrameMkLst>
        </pc:graphicFrameChg>
        <pc:graphicFrameChg chg="mod">
          <ac:chgData name="Kimberly Kuhn" userId="174e878d-1695-46ad-892b-273f3286acff" providerId="ADAL" clId="{5904356F-026B-41A7-AD65-7D70A9C60FFA}" dt="2023-07-30T14:12:37.536" v="2927" actId="404"/>
          <ac:graphicFrameMkLst>
            <pc:docMk/>
            <pc:sldMk cId="3493505058" sldId="2145705895"/>
            <ac:graphicFrameMk id="6" creationId="{68A2B8BF-4A1F-421A-950C-02E4220C3970}"/>
          </ac:graphicFrameMkLst>
        </pc:graphicFrameChg>
      </pc:sldChg>
      <pc:sldChg chg="addSp delSp modSp mod">
        <pc:chgData name="Kimberly Kuhn" userId="174e878d-1695-46ad-892b-273f3286acff" providerId="ADAL" clId="{5904356F-026B-41A7-AD65-7D70A9C60FFA}" dt="2023-07-30T14:48:30.202" v="4104" actId="1076"/>
        <pc:sldMkLst>
          <pc:docMk/>
          <pc:sldMk cId="1983303383" sldId="2145705902"/>
        </pc:sldMkLst>
        <pc:spChg chg="del">
          <ac:chgData name="Kimberly Kuhn" userId="174e878d-1695-46ad-892b-273f3286acff" providerId="ADAL" clId="{5904356F-026B-41A7-AD65-7D70A9C60FFA}" dt="2023-07-30T14:38:39.493" v="3752" actId="478"/>
          <ac:spMkLst>
            <pc:docMk/>
            <pc:sldMk cId="1983303383" sldId="2145705902"/>
            <ac:spMk id="2" creationId="{F3B5205D-5B33-CCF2-0EA0-9A016F679573}"/>
          </ac:spMkLst>
        </pc:spChg>
        <pc:spChg chg="del">
          <ac:chgData name="Kimberly Kuhn" userId="174e878d-1695-46ad-892b-273f3286acff" providerId="ADAL" clId="{5904356F-026B-41A7-AD65-7D70A9C60FFA}" dt="2023-07-30T14:38:36.382" v="3751" actId="478"/>
          <ac:spMkLst>
            <pc:docMk/>
            <pc:sldMk cId="1983303383" sldId="2145705902"/>
            <ac:spMk id="3" creationId="{6C72EB09-3B2D-72F9-AF93-4C94AE7FEEED}"/>
          </ac:spMkLst>
        </pc:spChg>
        <pc:spChg chg="del">
          <ac:chgData name="Kimberly Kuhn" userId="174e878d-1695-46ad-892b-273f3286acff" providerId="ADAL" clId="{5904356F-026B-41A7-AD65-7D70A9C60FFA}" dt="2023-07-30T14:19:22.020" v="3191" actId="478"/>
          <ac:spMkLst>
            <pc:docMk/>
            <pc:sldMk cId="1983303383" sldId="2145705902"/>
            <ac:spMk id="5" creationId="{D1B1EBDB-3BAA-94B6-9E21-925376D692ED}"/>
          </ac:spMkLst>
        </pc:spChg>
        <pc:spChg chg="mod">
          <ac:chgData name="Kimberly Kuhn" userId="174e878d-1695-46ad-892b-273f3286acff" providerId="ADAL" clId="{5904356F-026B-41A7-AD65-7D70A9C60FFA}" dt="2023-07-30T14:48:30.202" v="4104" actId="1076"/>
          <ac:spMkLst>
            <pc:docMk/>
            <pc:sldMk cId="1983303383" sldId="2145705902"/>
            <ac:spMk id="6" creationId="{36F93E4C-6E76-42C4-AA90-8186FFD08C2C}"/>
          </ac:spMkLst>
        </pc:spChg>
        <pc:spChg chg="del">
          <ac:chgData name="Kimberly Kuhn" userId="174e878d-1695-46ad-892b-273f3286acff" providerId="ADAL" clId="{5904356F-026B-41A7-AD65-7D70A9C60FFA}" dt="2023-07-30T14:19:19.346" v="3190" actId="478"/>
          <ac:spMkLst>
            <pc:docMk/>
            <pc:sldMk cId="1983303383" sldId="2145705902"/>
            <ac:spMk id="8" creationId="{659BD981-3254-0863-4BC8-07F7E2E6CDA0}"/>
          </ac:spMkLst>
        </pc:spChg>
        <pc:spChg chg="del mod ord">
          <ac:chgData name="Kimberly Kuhn" userId="174e878d-1695-46ad-892b-273f3286acff" providerId="ADAL" clId="{5904356F-026B-41A7-AD65-7D70A9C60FFA}" dt="2023-07-30T14:35:03.709" v="3499" actId="478"/>
          <ac:spMkLst>
            <pc:docMk/>
            <pc:sldMk cId="1983303383" sldId="2145705902"/>
            <ac:spMk id="10" creationId="{4B86532B-4106-5C1E-4C84-90AF011745A8}"/>
          </ac:spMkLst>
        </pc:spChg>
        <pc:spChg chg="add mod">
          <ac:chgData name="Kimberly Kuhn" userId="174e878d-1695-46ad-892b-273f3286acff" providerId="ADAL" clId="{5904356F-026B-41A7-AD65-7D70A9C60FFA}" dt="2023-07-30T14:48:21.900" v="4102" actId="1035"/>
          <ac:spMkLst>
            <pc:docMk/>
            <pc:sldMk cId="1983303383" sldId="2145705902"/>
            <ac:spMk id="16" creationId="{79A0058D-5F11-7121-4AFF-9E477D84CD12}"/>
          </ac:spMkLst>
        </pc:spChg>
        <pc:spChg chg="add mod">
          <ac:chgData name="Kimberly Kuhn" userId="174e878d-1695-46ad-892b-273f3286acff" providerId="ADAL" clId="{5904356F-026B-41A7-AD65-7D70A9C60FFA}" dt="2023-07-30T14:48:21.900" v="4102" actId="1035"/>
          <ac:spMkLst>
            <pc:docMk/>
            <pc:sldMk cId="1983303383" sldId="2145705902"/>
            <ac:spMk id="17" creationId="{52C2975C-6A31-8E94-46F4-F7F1FB46C5DA}"/>
          </ac:spMkLst>
        </pc:spChg>
        <pc:spChg chg="add mod">
          <ac:chgData name="Kimberly Kuhn" userId="174e878d-1695-46ad-892b-273f3286acff" providerId="ADAL" clId="{5904356F-026B-41A7-AD65-7D70A9C60FFA}" dt="2023-07-30T14:48:21.900" v="4102" actId="1035"/>
          <ac:spMkLst>
            <pc:docMk/>
            <pc:sldMk cId="1983303383" sldId="2145705902"/>
            <ac:spMk id="18" creationId="{27E538D5-4A94-A48F-0F4D-23DB10FCF0D2}"/>
          </ac:spMkLst>
        </pc:spChg>
        <pc:spChg chg="add mod">
          <ac:chgData name="Kimberly Kuhn" userId="174e878d-1695-46ad-892b-273f3286acff" providerId="ADAL" clId="{5904356F-026B-41A7-AD65-7D70A9C60FFA}" dt="2023-07-30T14:38:47.838" v="3765" actId="20577"/>
          <ac:spMkLst>
            <pc:docMk/>
            <pc:sldMk cId="1983303383" sldId="2145705902"/>
            <ac:spMk id="19" creationId="{9A9E1A98-720A-50B8-36EF-D5A2E6219D48}"/>
          </ac:spMkLst>
        </pc:spChg>
        <pc:spChg chg="mod ord">
          <ac:chgData name="Kimberly Kuhn" userId="174e878d-1695-46ad-892b-273f3286acff" providerId="ADAL" clId="{5904356F-026B-41A7-AD65-7D70A9C60FFA}" dt="2023-07-30T14:48:21.900" v="4102" actId="1035"/>
          <ac:spMkLst>
            <pc:docMk/>
            <pc:sldMk cId="1983303383" sldId="2145705902"/>
            <ac:spMk id="20" creationId="{F781F5C5-0677-E01D-6F84-58B67B02F7CB}"/>
          </ac:spMkLst>
        </pc:spChg>
        <pc:graphicFrameChg chg="add del mod">
          <ac:chgData name="Kimberly Kuhn" userId="174e878d-1695-46ad-892b-273f3286acff" providerId="ADAL" clId="{5904356F-026B-41A7-AD65-7D70A9C60FFA}" dt="2023-07-30T14:17:58.706" v="3178" actId="478"/>
          <ac:graphicFrameMkLst>
            <pc:docMk/>
            <pc:sldMk cId="1983303383" sldId="2145705902"/>
            <ac:graphicFrameMk id="4" creationId="{143FE80E-1E33-1B08-9BDB-340DC0D5A3EE}"/>
          </ac:graphicFrameMkLst>
        </pc:graphicFrameChg>
        <pc:graphicFrameChg chg="add del mod">
          <ac:chgData name="Kimberly Kuhn" userId="174e878d-1695-46ad-892b-273f3286acff" providerId="ADAL" clId="{5904356F-026B-41A7-AD65-7D70A9C60FFA}" dt="2023-07-30T14:19:07.748" v="3187" actId="478"/>
          <ac:graphicFrameMkLst>
            <pc:docMk/>
            <pc:sldMk cId="1983303383" sldId="2145705902"/>
            <ac:graphicFrameMk id="9" creationId="{5EF0FE20-D9A1-6E6A-5A02-404739F386FE}"/>
          </ac:graphicFrameMkLst>
        </pc:graphicFrameChg>
        <pc:graphicFrameChg chg="add del mod">
          <ac:chgData name="Kimberly Kuhn" userId="174e878d-1695-46ad-892b-273f3286acff" providerId="ADAL" clId="{5904356F-026B-41A7-AD65-7D70A9C60FFA}" dt="2023-07-30T14:29:50.380" v="3411" actId="478"/>
          <ac:graphicFrameMkLst>
            <pc:docMk/>
            <pc:sldMk cId="1983303383" sldId="2145705902"/>
            <ac:graphicFrameMk id="12" creationId="{142F8A86-5BF6-7E9E-588A-603AD6622823}"/>
          </ac:graphicFrameMkLst>
        </pc:graphicFrameChg>
        <pc:graphicFrameChg chg="add mod">
          <ac:chgData name="Kimberly Kuhn" userId="174e878d-1695-46ad-892b-273f3286acff" providerId="ADAL" clId="{5904356F-026B-41A7-AD65-7D70A9C60FFA}" dt="2023-07-30T14:48:21.900" v="4102" actId="1035"/>
          <ac:graphicFrameMkLst>
            <pc:docMk/>
            <pc:sldMk cId="1983303383" sldId="2145705902"/>
            <ac:graphicFrameMk id="13" creationId="{4A5EB5BF-259E-0FBE-FE33-A6BA912C53FA}"/>
          </ac:graphicFrameMkLst>
        </pc:graphicFrameChg>
        <pc:graphicFrameChg chg="del mod">
          <ac:chgData name="Kimberly Kuhn" userId="174e878d-1695-46ad-892b-273f3286acff" providerId="ADAL" clId="{5904356F-026B-41A7-AD65-7D70A9C60FFA}" dt="2023-07-30T14:29:13.632" v="3359" actId="478"/>
          <ac:graphicFrameMkLst>
            <pc:docMk/>
            <pc:sldMk cId="1983303383" sldId="2145705902"/>
            <ac:graphicFrameMk id="14" creationId="{F5C51AC8-0ECC-DDEE-0329-9BECBD5724C6}"/>
          </ac:graphicFrameMkLst>
        </pc:graphicFrameChg>
        <pc:graphicFrameChg chg="add mod">
          <ac:chgData name="Kimberly Kuhn" userId="174e878d-1695-46ad-892b-273f3286acff" providerId="ADAL" clId="{5904356F-026B-41A7-AD65-7D70A9C60FFA}" dt="2023-07-30T14:48:21.900" v="4102" actId="1035"/>
          <ac:graphicFrameMkLst>
            <pc:docMk/>
            <pc:sldMk cId="1983303383" sldId="2145705902"/>
            <ac:graphicFrameMk id="15" creationId="{224B673E-5CE7-E271-690C-03E3A7331240}"/>
          </ac:graphicFrameMkLst>
        </pc:graphicFrameChg>
        <pc:picChg chg="mod">
          <ac:chgData name="Kimberly Kuhn" userId="174e878d-1695-46ad-892b-273f3286acff" providerId="ADAL" clId="{5904356F-026B-41A7-AD65-7D70A9C60FFA}" dt="2023-07-30T14:48:25.431" v="4103" actId="14100"/>
          <ac:picMkLst>
            <pc:docMk/>
            <pc:sldMk cId="1983303383" sldId="2145705902"/>
            <ac:picMk id="7" creationId="{865D4090-DF36-4FDB-B3FB-28FE56AA131F}"/>
          </ac:picMkLst>
        </pc:picChg>
        <pc:cxnChg chg="del">
          <ac:chgData name="Kimberly Kuhn" userId="174e878d-1695-46ad-892b-273f3286acff" providerId="ADAL" clId="{5904356F-026B-41A7-AD65-7D70A9C60FFA}" dt="2023-07-30T14:17:12.939" v="3169" actId="478"/>
          <ac:cxnSpMkLst>
            <pc:docMk/>
            <pc:sldMk cId="1983303383" sldId="2145705902"/>
            <ac:cxnSpMk id="11" creationId="{128E1C0C-3E3A-1067-B7D5-DFE55E8A5DD2}"/>
          </ac:cxnSpMkLst>
        </pc:cxnChg>
      </pc:sldChg>
      <pc:sldChg chg="addSp delSp modSp mod">
        <pc:chgData name="Kimberly Kuhn" userId="174e878d-1695-46ad-892b-273f3286acff" providerId="ADAL" clId="{5904356F-026B-41A7-AD65-7D70A9C60FFA}" dt="2023-07-30T23:35:32.643" v="4210" actId="478"/>
        <pc:sldMkLst>
          <pc:docMk/>
          <pc:sldMk cId="3399471008" sldId="2145705903"/>
        </pc:sldMkLst>
        <pc:spChg chg="del">
          <ac:chgData name="Kimberly Kuhn" userId="174e878d-1695-46ad-892b-273f3286acff" providerId="ADAL" clId="{5904356F-026B-41A7-AD65-7D70A9C60FFA}" dt="2023-07-28T14:04:47.923" v="1050" actId="478"/>
          <ac:spMkLst>
            <pc:docMk/>
            <pc:sldMk cId="3399471008" sldId="2145705903"/>
            <ac:spMk id="3" creationId="{DB86404F-DEDA-34F4-7751-AC4EE8FC4DC2}"/>
          </ac:spMkLst>
        </pc:spChg>
        <pc:spChg chg="add del mod">
          <ac:chgData name="Kimberly Kuhn" userId="174e878d-1695-46ad-892b-273f3286acff" providerId="ADAL" clId="{5904356F-026B-41A7-AD65-7D70A9C60FFA}" dt="2023-07-28T14:04:50.033" v="1051" actId="478"/>
          <ac:spMkLst>
            <pc:docMk/>
            <pc:sldMk cId="3399471008" sldId="2145705903"/>
            <ac:spMk id="4" creationId="{53BED126-6849-CB50-9F78-FEEBCAC4C04E}"/>
          </ac:spMkLst>
        </pc:spChg>
        <pc:spChg chg="mod">
          <ac:chgData name="Kimberly Kuhn" userId="174e878d-1695-46ad-892b-273f3286acff" providerId="ADAL" clId="{5904356F-026B-41A7-AD65-7D70A9C60FFA}" dt="2023-07-28T14:52:35.645" v="1800" actId="1076"/>
          <ac:spMkLst>
            <pc:docMk/>
            <pc:sldMk cId="3399471008" sldId="2145705903"/>
            <ac:spMk id="5" creationId="{8C0117EE-89A9-4EBD-CDB3-DBE6D69C3B6D}"/>
          </ac:spMkLst>
        </pc:spChg>
        <pc:spChg chg="add mod">
          <ac:chgData name="Kimberly Kuhn" userId="174e878d-1695-46ad-892b-273f3286acff" providerId="ADAL" clId="{5904356F-026B-41A7-AD65-7D70A9C60FFA}" dt="2023-07-30T14:42:53.947" v="3933" actId="404"/>
          <ac:spMkLst>
            <pc:docMk/>
            <pc:sldMk cId="3399471008" sldId="2145705903"/>
            <ac:spMk id="8" creationId="{43525DEC-01CC-7067-5B8D-BCDC6E043459}"/>
          </ac:spMkLst>
        </pc:spChg>
        <pc:spChg chg="add mod">
          <ac:chgData name="Kimberly Kuhn" userId="174e878d-1695-46ad-892b-273f3286acff" providerId="ADAL" clId="{5904356F-026B-41A7-AD65-7D70A9C60FFA}" dt="2023-07-28T16:13:28.982" v="1853" actId="14100"/>
          <ac:spMkLst>
            <pc:docMk/>
            <pc:sldMk cId="3399471008" sldId="2145705903"/>
            <ac:spMk id="9" creationId="{6613D5D8-571B-F3FF-F3F6-15F406C7A4CB}"/>
          </ac:spMkLst>
        </pc:spChg>
        <pc:spChg chg="add mod">
          <ac:chgData name="Kimberly Kuhn" userId="174e878d-1695-46ad-892b-273f3286acff" providerId="ADAL" clId="{5904356F-026B-41A7-AD65-7D70A9C60FFA}" dt="2023-07-28T16:13:48.937" v="1903" actId="1037"/>
          <ac:spMkLst>
            <pc:docMk/>
            <pc:sldMk cId="3399471008" sldId="2145705903"/>
            <ac:spMk id="10" creationId="{A51A1B36-C167-B71A-E79C-7388B41FE138}"/>
          </ac:spMkLst>
        </pc:spChg>
        <pc:spChg chg="add del mod">
          <ac:chgData name="Kimberly Kuhn" userId="174e878d-1695-46ad-892b-273f3286acff" providerId="ADAL" clId="{5904356F-026B-41A7-AD65-7D70A9C60FFA}" dt="2023-07-30T23:35:32.643" v="4210" actId="478"/>
          <ac:spMkLst>
            <pc:docMk/>
            <pc:sldMk cId="3399471008" sldId="2145705903"/>
            <ac:spMk id="11" creationId="{980AAF6C-6CB2-4D20-1520-F5F2983DE452}"/>
          </ac:spMkLst>
        </pc:spChg>
        <pc:spChg chg="add mod">
          <ac:chgData name="Kimberly Kuhn" userId="174e878d-1695-46ad-892b-273f3286acff" providerId="ADAL" clId="{5904356F-026B-41A7-AD65-7D70A9C60FFA}" dt="2023-07-28T16:15:15.077" v="2100" actId="1037"/>
          <ac:spMkLst>
            <pc:docMk/>
            <pc:sldMk cId="3399471008" sldId="2145705903"/>
            <ac:spMk id="12" creationId="{BB8817C7-48FE-674E-F226-E6D53D800398}"/>
          </ac:spMkLst>
        </pc:spChg>
        <pc:spChg chg="add mod">
          <ac:chgData name="Kimberly Kuhn" userId="174e878d-1695-46ad-892b-273f3286acff" providerId="ADAL" clId="{5904356F-026B-41A7-AD65-7D70A9C60FFA}" dt="2023-07-28T16:15:10.866" v="2090" actId="1038"/>
          <ac:spMkLst>
            <pc:docMk/>
            <pc:sldMk cId="3399471008" sldId="2145705903"/>
            <ac:spMk id="13" creationId="{60A45D99-D100-3414-39A4-8F3C690D270E}"/>
          </ac:spMkLst>
        </pc:spChg>
        <pc:graphicFrameChg chg="mod">
          <ac:chgData name="Kimberly Kuhn" userId="174e878d-1695-46ad-892b-273f3286acff" providerId="ADAL" clId="{5904356F-026B-41A7-AD65-7D70A9C60FFA}" dt="2023-07-28T14:52:30.437" v="1799" actId="1035"/>
          <ac:graphicFrameMkLst>
            <pc:docMk/>
            <pc:sldMk cId="3399471008" sldId="2145705903"/>
            <ac:graphicFrameMk id="6" creationId="{F0BC0B3D-7D81-A5A4-0391-4BC7CDDECB78}"/>
          </ac:graphicFrameMkLst>
        </pc:graphicFrameChg>
        <pc:graphicFrameChg chg="mod">
          <ac:chgData name="Kimberly Kuhn" userId="174e878d-1695-46ad-892b-273f3286acff" providerId="ADAL" clId="{5904356F-026B-41A7-AD65-7D70A9C60FFA}" dt="2023-07-28T16:14:52.977" v="1957" actId="1036"/>
          <ac:graphicFrameMkLst>
            <pc:docMk/>
            <pc:sldMk cId="3399471008" sldId="2145705903"/>
            <ac:graphicFrameMk id="7" creationId="{4172D486-CDA0-7CCE-AB82-330D2F52F410}"/>
          </ac:graphicFrameMkLst>
        </pc:graphicFrameChg>
      </pc:sldChg>
    </pc:docChg>
  </pc:docChgLst>
  <pc:docChgLst>
    <pc:chgData name="Kim Kuhn" userId="174e878d-1695-46ad-892b-273f3286acff" providerId="ADAL" clId="{5904356F-026B-41A7-AD65-7D70A9C60FFA}"/>
    <pc:docChg chg="undo custSel addSld delSld modSld sldOrd">
      <pc:chgData name="Kim Kuhn" userId="174e878d-1695-46ad-892b-273f3286acff" providerId="ADAL" clId="{5904356F-026B-41A7-AD65-7D70A9C60FFA}" dt="2023-08-10T18:22:20.627" v="3642" actId="404"/>
      <pc:docMkLst>
        <pc:docMk/>
      </pc:docMkLst>
      <pc:sldChg chg="del">
        <pc:chgData name="Kim Kuhn" userId="174e878d-1695-46ad-892b-273f3286acff" providerId="ADAL" clId="{5904356F-026B-41A7-AD65-7D70A9C60FFA}" dt="2023-07-05T21:28:57.462" v="99" actId="47"/>
        <pc:sldMkLst>
          <pc:docMk/>
          <pc:sldMk cId="3410046127" sldId="524"/>
        </pc:sldMkLst>
      </pc:sldChg>
      <pc:sldChg chg="modSp mod">
        <pc:chgData name="Kim Kuhn" userId="174e878d-1695-46ad-892b-273f3286acff" providerId="ADAL" clId="{5904356F-026B-41A7-AD65-7D70A9C60FFA}" dt="2023-07-05T21:34:37.985" v="233" actId="20577"/>
        <pc:sldMkLst>
          <pc:docMk/>
          <pc:sldMk cId="1768145561" sldId="5068"/>
        </pc:sldMkLst>
        <pc:spChg chg="mod">
          <ac:chgData name="Kim Kuhn" userId="174e878d-1695-46ad-892b-273f3286acff" providerId="ADAL" clId="{5904356F-026B-41A7-AD65-7D70A9C60FFA}" dt="2023-07-05T21:34:37.985" v="233" actId="20577"/>
          <ac:spMkLst>
            <pc:docMk/>
            <pc:sldMk cId="1768145561" sldId="5068"/>
            <ac:spMk id="5" creationId="{A78CA7EC-6E09-F990-5DFB-C49ABCCA3A62}"/>
          </ac:spMkLst>
        </pc:spChg>
      </pc:sldChg>
      <pc:sldChg chg="addSp delSp modSp add mod">
        <pc:chgData name="Kim Kuhn" userId="174e878d-1695-46ad-892b-273f3286acff" providerId="ADAL" clId="{5904356F-026B-41A7-AD65-7D70A9C60FFA}" dt="2023-08-10T18:22:20.627" v="3642" actId="404"/>
        <pc:sldMkLst>
          <pc:docMk/>
          <pc:sldMk cId="816251612" sldId="5088"/>
        </pc:sldMkLst>
        <pc:spChg chg="del">
          <ac:chgData name="Kim Kuhn" userId="174e878d-1695-46ad-892b-273f3286acff" providerId="ADAL" clId="{5904356F-026B-41A7-AD65-7D70A9C60FFA}" dt="2023-07-27T20:01:56.146" v="2111" actId="478"/>
          <ac:spMkLst>
            <pc:docMk/>
            <pc:sldMk cId="816251612" sldId="5088"/>
            <ac:spMk id="3" creationId="{56E377A2-91D9-4CCA-9817-D1D37F918171}"/>
          </ac:spMkLst>
        </pc:spChg>
        <pc:spChg chg="del mod">
          <ac:chgData name="Kim Kuhn" userId="174e878d-1695-46ad-892b-273f3286acff" providerId="ADAL" clId="{5904356F-026B-41A7-AD65-7D70A9C60FFA}" dt="2023-08-01T20:31:24.859" v="3258" actId="478"/>
          <ac:spMkLst>
            <pc:docMk/>
            <pc:sldMk cId="816251612" sldId="5088"/>
            <ac:spMk id="3" creationId="{774EBAD2-3510-EAE2-F5FB-4FEAADBD9077}"/>
          </ac:spMkLst>
        </pc:spChg>
        <pc:spChg chg="add mod">
          <ac:chgData name="Kim Kuhn" userId="174e878d-1695-46ad-892b-273f3286acff" providerId="ADAL" clId="{5904356F-026B-41A7-AD65-7D70A9C60FFA}" dt="2023-08-10T18:19:32.483" v="3616" actId="1076"/>
          <ac:spMkLst>
            <pc:docMk/>
            <pc:sldMk cId="816251612" sldId="5088"/>
            <ac:spMk id="3" creationId="{8BD9EE40-7E9A-9233-4509-50B342118AC4}"/>
          </ac:spMkLst>
        </pc:spChg>
        <pc:spChg chg="mod">
          <ac:chgData name="Kim Kuhn" userId="174e878d-1695-46ad-892b-273f3286acff" providerId="ADAL" clId="{5904356F-026B-41A7-AD65-7D70A9C60FFA}" dt="2023-08-01T20:31:22.723" v="3256" actId="1076"/>
          <ac:spMkLst>
            <pc:docMk/>
            <pc:sldMk cId="816251612" sldId="5088"/>
            <ac:spMk id="16" creationId="{D955BE85-437B-4DBC-7F46-F08E9684822C}"/>
          </ac:spMkLst>
        </pc:spChg>
        <pc:spChg chg="mod">
          <ac:chgData name="Kim Kuhn" userId="174e878d-1695-46ad-892b-273f3286acff" providerId="ADAL" clId="{5904356F-026B-41A7-AD65-7D70A9C60FFA}" dt="2023-08-01T20:33:36.563" v="3489" actId="20577"/>
          <ac:spMkLst>
            <pc:docMk/>
            <pc:sldMk cId="816251612" sldId="5088"/>
            <ac:spMk id="19" creationId="{DEC634A7-8187-ACF3-B456-244B58B87997}"/>
          </ac:spMkLst>
        </pc:spChg>
        <pc:graphicFrameChg chg="add mod">
          <ac:chgData name="Kim Kuhn" userId="174e878d-1695-46ad-892b-273f3286acff" providerId="ADAL" clId="{5904356F-026B-41A7-AD65-7D70A9C60FFA}" dt="2023-08-01T20:30:00.098" v="3187"/>
          <ac:graphicFrameMkLst>
            <pc:docMk/>
            <pc:sldMk cId="816251612" sldId="5088"/>
            <ac:graphicFrameMk id="2" creationId="{A1F44CED-B7B4-1DF2-0EA3-4CA600FE3DBA}"/>
          </ac:graphicFrameMkLst>
        </pc:graphicFrameChg>
        <pc:graphicFrameChg chg="del mod">
          <ac:chgData name="Kim Kuhn" userId="174e878d-1695-46ad-892b-273f3286acff" providerId="ADAL" clId="{5904356F-026B-41A7-AD65-7D70A9C60FFA}" dt="2023-08-01T19:19:22.284" v="3171" actId="478"/>
          <ac:graphicFrameMkLst>
            <pc:docMk/>
            <pc:sldMk cId="816251612" sldId="5088"/>
            <ac:graphicFrameMk id="12" creationId="{EBD47A7E-87B9-8E46-FEC8-6086141262C4}"/>
          </ac:graphicFrameMkLst>
        </pc:graphicFrameChg>
        <pc:graphicFrameChg chg="mod">
          <ac:chgData name="Kim Kuhn" userId="174e878d-1695-46ad-892b-273f3286acff" providerId="ADAL" clId="{5904356F-026B-41A7-AD65-7D70A9C60FFA}" dt="2023-08-10T18:22:20.627" v="3642" actId="404"/>
          <ac:graphicFrameMkLst>
            <pc:docMk/>
            <pc:sldMk cId="816251612" sldId="5088"/>
            <ac:graphicFrameMk id="15" creationId="{9995A88E-E7A3-7001-D14C-A7A7EAD50CA5}"/>
          </ac:graphicFrameMkLst>
        </pc:graphicFrameChg>
      </pc:sldChg>
      <pc:sldChg chg="del">
        <pc:chgData name="Kim Kuhn" userId="174e878d-1695-46ad-892b-273f3286acff" providerId="ADAL" clId="{5904356F-026B-41A7-AD65-7D70A9C60FFA}" dt="2023-07-05T21:28:56.722" v="98" actId="47"/>
        <pc:sldMkLst>
          <pc:docMk/>
          <pc:sldMk cId="869260237" sldId="1948766056"/>
        </pc:sldMkLst>
      </pc:sldChg>
      <pc:sldChg chg="addSp delSp modSp mod">
        <pc:chgData name="Kim Kuhn" userId="174e878d-1695-46ad-892b-273f3286acff" providerId="ADAL" clId="{5904356F-026B-41A7-AD65-7D70A9C60FFA}" dt="2023-08-10T18:19:27.087" v="3614" actId="1076"/>
        <pc:sldMkLst>
          <pc:docMk/>
          <pc:sldMk cId="1414231812" sldId="2132740526"/>
        </pc:sldMkLst>
        <pc:spChg chg="del mod">
          <ac:chgData name="Kim Kuhn" userId="174e878d-1695-46ad-892b-273f3286acff" providerId="ADAL" clId="{5904356F-026B-41A7-AD65-7D70A9C60FFA}" dt="2023-07-08T01:07:04.019" v="1391" actId="478"/>
          <ac:spMkLst>
            <pc:docMk/>
            <pc:sldMk cId="1414231812" sldId="2132740526"/>
            <ac:spMk id="2" creationId="{358118CB-1CC0-3225-1A54-1C4C02A1D5F5}"/>
          </ac:spMkLst>
        </pc:spChg>
        <pc:spChg chg="add mod">
          <ac:chgData name="Kim Kuhn" userId="174e878d-1695-46ad-892b-273f3286acff" providerId="ADAL" clId="{5904356F-026B-41A7-AD65-7D70A9C60FFA}" dt="2023-07-27T20:32:02.385" v="2377" actId="33524"/>
          <ac:spMkLst>
            <pc:docMk/>
            <pc:sldMk cId="1414231812" sldId="2132740526"/>
            <ac:spMk id="2" creationId="{46A023B8-53BD-A898-F0AE-4D15744B67EC}"/>
          </ac:spMkLst>
        </pc:spChg>
        <pc:spChg chg="add mod">
          <ac:chgData name="Kim Kuhn" userId="174e878d-1695-46ad-892b-273f3286acff" providerId="ADAL" clId="{5904356F-026B-41A7-AD65-7D70A9C60FFA}" dt="2023-08-01T13:09:43.478" v="2762" actId="14100"/>
          <ac:spMkLst>
            <pc:docMk/>
            <pc:sldMk cId="1414231812" sldId="2132740526"/>
            <ac:spMk id="2" creationId="{4709001C-DC27-0A96-EBA3-82326595A14B}"/>
          </ac:spMkLst>
        </pc:spChg>
        <pc:spChg chg="add mod">
          <ac:chgData name="Kim Kuhn" userId="174e878d-1695-46ad-892b-273f3286acff" providerId="ADAL" clId="{5904356F-026B-41A7-AD65-7D70A9C60FFA}" dt="2023-08-10T18:19:27.087" v="3614" actId="1076"/>
          <ac:spMkLst>
            <pc:docMk/>
            <pc:sldMk cId="1414231812" sldId="2132740526"/>
            <ac:spMk id="3" creationId="{580FCF7B-E8FF-C2B0-9C00-9BD08E905298}"/>
          </ac:spMkLst>
        </pc:spChg>
        <pc:spChg chg="del">
          <ac:chgData name="Kim Kuhn" userId="174e878d-1695-46ad-892b-273f3286acff" providerId="ADAL" clId="{5904356F-026B-41A7-AD65-7D70A9C60FFA}" dt="2023-07-05T21:02:47.877" v="0" actId="478"/>
          <ac:spMkLst>
            <pc:docMk/>
            <pc:sldMk cId="1414231812" sldId="2132740526"/>
            <ac:spMk id="3" creationId="{5DB5AFB4-B92D-B884-B3AE-4DD6C9DD8AC5}"/>
          </ac:spMkLst>
        </pc:spChg>
        <pc:spChg chg="add mod">
          <ac:chgData name="Kim Kuhn" userId="174e878d-1695-46ad-892b-273f3286acff" providerId="ADAL" clId="{5904356F-026B-41A7-AD65-7D70A9C60FFA}" dt="2023-08-10T18:19:20.698" v="3606" actId="13926"/>
          <ac:spMkLst>
            <pc:docMk/>
            <pc:sldMk cId="1414231812" sldId="2132740526"/>
            <ac:spMk id="5" creationId="{17C50DA7-F90C-C176-B015-D4946345B8FF}"/>
          </ac:spMkLst>
        </pc:spChg>
        <pc:spChg chg="add mod">
          <ac:chgData name="Kim Kuhn" userId="174e878d-1695-46ad-892b-273f3286acff" providerId="ADAL" clId="{5904356F-026B-41A7-AD65-7D70A9C60FFA}" dt="2023-07-08T01:12:47.537" v="1656" actId="403"/>
          <ac:spMkLst>
            <pc:docMk/>
            <pc:sldMk cId="1414231812" sldId="2132740526"/>
            <ac:spMk id="7" creationId="{B9D01784-29D0-3386-E33A-35B54D22D7F9}"/>
          </ac:spMkLst>
        </pc:spChg>
        <pc:spChg chg="add mod">
          <ac:chgData name="Kim Kuhn" userId="174e878d-1695-46ad-892b-273f3286acff" providerId="ADAL" clId="{5904356F-026B-41A7-AD65-7D70A9C60FFA}" dt="2023-07-08T01:07:29.404" v="1394"/>
          <ac:spMkLst>
            <pc:docMk/>
            <pc:sldMk cId="1414231812" sldId="2132740526"/>
            <ac:spMk id="8" creationId="{0EC92A4A-7424-BD48-E42B-ECFD1F1AEE10}"/>
          </ac:spMkLst>
        </pc:spChg>
        <pc:spChg chg="mod">
          <ac:chgData name="Kim Kuhn" userId="174e878d-1695-46ad-892b-273f3286acff" providerId="ADAL" clId="{5904356F-026B-41A7-AD65-7D70A9C60FFA}" dt="2023-08-10T18:16:16.722" v="3507" actId="20577"/>
          <ac:spMkLst>
            <pc:docMk/>
            <pc:sldMk cId="1414231812" sldId="2132740526"/>
            <ac:spMk id="11" creationId="{ED006664-343D-C170-0459-B4A77657C62E}"/>
          </ac:spMkLst>
        </pc:spChg>
        <pc:graphicFrameChg chg="add del mod">
          <ac:chgData name="Kim Kuhn" userId="174e878d-1695-46ad-892b-273f3286acff" providerId="ADAL" clId="{5904356F-026B-41A7-AD65-7D70A9C60FFA}" dt="2023-07-27T20:33:04.406" v="2384" actId="478"/>
          <ac:graphicFrameMkLst>
            <pc:docMk/>
            <pc:sldMk cId="1414231812" sldId="2132740526"/>
            <ac:graphicFrameMk id="3" creationId="{7E2C531C-F20E-4A28-E8F2-BC4AF1FCED13}"/>
          </ac:graphicFrameMkLst>
        </pc:graphicFrameChg>
        <pc:graphicFrameChg chg="add mod">
          <ac:chgData name="Kim Kuhn" userId="174e878d-1695-46ad-892b-273f3286acff" providerId="ADAL" clId="{5904356F-026B-41A7-AD65-7D70A9C60FFA}" dt="2023-07-27T20:44:36.037" v="2422" actId="1076"/>
          <ac:graphicFrameMkLst>
            <pc:docMk/>
            <pc:sldMk cId="1414231812" sldId="2132740526"/>
            <ac:graphicFrameMk id="4" creationId="{EC3E615C-2870-9BF7-FE7C-98909CEED93E}"/>
          </ac:graphicFrameMkLst>
        </pc:graphicFrameChg>
        <pc:graphicFrameChg chg="mod">
          <ac:chgData name="Kim Kuhn" userId="174e878d-1695-46ad-892b-273f3286acff" providerId="ADAL" clId="{5904356F-026B-41A7-AD65-7D70A9C60FFA}" dt="2023-07-27T20:43:45.863" v="2414" actId="207"/>
          <ac:graphicFrameMkLst>
            <pc:docMk/>
            <pc:sldMk cId="1414231812" sldId="2132740526"/>
            <ac:graphicFrameMk id="18" creationId="{9B2F23D3-4636-925D-5394-F830AD6F0E60}"/>
          </ac:graphicFrameMkLst>
        </pc:graphicFrameChg>
        <pc:graphicFrameChg chg="del mod">
          <ac:chgData name="Kim Kuhn" userId="174e878d-1695-46ad-892b-273f3286acff" providerId="ADAL" clId="{5904356F-026B-41A7-AD65-7D70A9C60FFA}" dt="2023-07-27T20:27:26.766" v="2329" actId="478"/>
          <ac:graphicFrameMkLst>
            <pc:docMk/>
            <pc:sldMk cId="1414231812" sldId="2132740526"/>
            <ac:graphicFrameMk id="19" creationId="{6674A292-04E3-9024-3E3D-9E56A478F6A9}"/>
          </ac:graphicFrameMkLst>
        </pc:graphicFrameChg>
      </pc:sldChg>
      <pc:sldChg chg="del">
        <pc:chgData name="Kim Kuhn" userId="174e878d-1695-46ad-892b-273f3286acff" providerId="ADAL" clId="{5904356F-026B-41A7-AD65-7D70A9C60FFA}" dt="2023-07-27T20:13:57.629" v="2305" actId="47"/>
        <pc:sldMkLst>
          <pc:docMk/>
          <pc:sldMk cId="1502308424" sldId="2145705869"/>
        </pc:sldMkLst>
      </pc:sldChg>
      <pc:sldChg chg="modSp del mod">
        <pc:chgData name="Kim Kuhn" userId="174e878d-1695-46ad-892b-273f3286acff" providerId="ADAL" clId="{5904356F-026B-41A7-AD65-7D70A9C60FFA}" dt="2023-07-05T21:28:56.054" v="97" actId="47"/>
        <pc:sldMkLst>
          <pc:docMk/>
          <pc:sldMk cId="2149349368" sldId="2145705872"/>
        </pc:sldMkLst>
        <pc:spChg chg="mod">
          <ac:chgData name="Kim Kuhn" userId="174e878d-1695-46ad-892b-273f3286acff" providerId="ADAL" clId="{5904356F-026B-41A7-AD65-7D70A9C60FFA}" dt="2023-07-05T21:19:54.007" v="29" actId="207"/>
          <ac:spMkLst>
            <pc:docMk/>
            <pc:sldMk cId="2149349368" sldId="2145705872"/>
            <ac:spMk id="47" creationId="{69ED118D-F4D0-33DC-F15A-92B7F656213B}"/>
          </ac:spMkLst>
        </pc:spChg>
        <pc:graphicFrameChg chg="mod">
          <ac:chgData name="Kim Kuhn" userId="174e878d-1695-46ad-892b-273f3286acff" providerId="ADAL" clId="{5904356F-026B-41A7-AD65-7D70A9C60FFA}" dt="2023-07-05T21:19:51.574" v="27" actId="207"/>
          <ac:graphicFrameMkLst>
            <pc:docMk/>
            <pc:sldMk cId="2149349368" sldId="2145705872"/>
            <ac:graphicFrameMk id="18" creationId="{718F5661-4896-1910-706D-1815A1C9C651}"/>
          </ac:graphicFrameMkLst>
        </pc:graphicFrameChg>
      </pc:sldChg>
      <pc:sldChg chg="addSp delSp modSp mod">
        <pc:chgData name="Kim Kuhn" userId="174e878d-1695-46ad-892b-273f3286acff" providerId="ADAL" clId="{5904356F-026B-41A7-AD65-7D70A9C60FFA}" dt="2023-08-01T13:06:52.734" v="2444" actId="14100"/>
        <pc:sldMkLst>
          <pc:docMk/>
          <pc:sldMk cId="3787408010" sldId="2145705873"/>
        </pc:sldMkLst>
        <pc:spChg chg="mod">
          <ac:chgData name="Kim Kuhn" userId="174e878d-1695-46ad-892b-273f3286acff" providerId="ADAL" clId="{5904356F-026B-41A7-AD65-7D70A9C60FFA}" dt="2023-07-08T01:00:35.312" v="1153" actId="1076"/>
          <ac:spMkLst>
            <pc:docMk/>
            <pc:sldMk cId="3787408010" sldId="2145705873"/>
            <ac:spMk id="2" creationId="{B4CF271D-F028-14D8-C0DA-AC100D2B4FA4}"/>
          </ac:spMkLst>
        </pc:spChg>
        <pc:spChg chg="mod ord">
          <ac:chgData name="Kim Kuhn" userId="174e878d-1695-46ad-892b-273f3286acff" providerId="ADAL" clId="{5904356F-026B-41A7-AD65-7D70A9C60FFA}" dt="2023-07-08T00:23:00.481" v="321" actId="166"/>
          <ac:spMkLst>
            <pc:docMk/>
            <pc:sldMk cId="3787408010" sldId="2145705873"/>
            <ac:spMk id="6" creationId="{B0F0CF3D-8683-9D95-783A-53AA92DEC6EF}"/>
          </ac:spMkLst>
        </pc:spChg>
        <pc:spChg chg="add mod">
          <ac:chgData name="Kim Kuhn" userId="174e878d-1695-46ad-892b-273f3286acff" providerId="ADAL" clId="{5904356F-026B-41A7-AD65-7D70A9C60FFA}" dt="2023-07-08T00:23:54.268" v="415" actId="20577"/>
          <ac:spMkLst>
            <pc:docMk/>
            <pc:sldMk cId="3787408010" sldId="2145705873"/>
            <ac:spMk id="10" creationId="{5D4272BB-4BC9-1A1D-41F9-208F10045520}"/>
          </ac:spMkLst>
        </pc:spChg>
        <pc:spChg chg="mod">
          <ac:chgData name="Kim Kuhn" userId="174e878d-1695-46ad-892b-273f3286acff" providerId="ADAL" clId="{5904356F-026B-41A7-AD65-7D70A9C60FFA}" dt="2023-07-08T00:27:33.515" v="465" actId="20577"/>
          <ac:spMkLst>
            <pc:docMk/>
            <pc:sldMk cId="3787408010" sldId="2145705873"/>
            <ac:spMk id="12" creationId="{02FC6B04-6FAD-E88D-A42C-9091E4DA56E4}"/>
          </ac:spMkLst>
        </pc:spChg>
        <pc:spChg chg="add mod">
          <ac:chgData name="Kim Kuhn" userId="174e878d-1695-46ad-892b-273f3286acff" providerId="ADAL" clId="{5904356F-026B-41A7-AD65-7D70A9C60FFA}" dt="2023-07-08T00:28:04.107" v="469" actId="20577"/>
          <ac:spMkLst>
            <pc:docMk/>
            <pc:sldMk cId="3787408010" sldId="2145705873"/>
            <ac:spMk id="14" creationId="{C7725075-D313-F3FE-0EC9-8338A0963A16}"/>
          </ac:spMkLst>
        </pc:spChg>
        <pc:spChg chg="add mod ord">
          <ac:chgData name="Kim Kuhn" userId="174e878d-1695-46ad-892b-273f3286acff" providerId="ADAL" clId="{5904356F-026B-41A7-AD65-7D70A9C60FFA}" dt="2023-07-08T00:26:29.860" v="426" actId="14100"/>
          <ac:spMkLst>
            <pc:docMk/>
            <pc:sldMk cId="3787408010" sldId="2145705873"/>
            <ac:spMk id="15" creationId="{9D13926D-86EE-AF6B-F08C-D7FDF4577234}"/>
          </ac:spMkLst>
        </pc:spChg>
        <pc:spChg chg="mod">
          <ac:chgData name="Kim Kuhn" userId="174e878d-1695-46ad-892b-273f3286acff" providerId="ADAL" clId="{5904356F-026B-41A7-AD65-7D70A9C60FFA}" dt="2023-07-17T19:38:25.983" v="2095" actId="20577"/>
          <ac:spMkLst>
            <pc:docMk/>
            <pc:sldMk cId="3787408010" sldId="2145705873"/>
            <ac:spMk id="26" creationId="{8A387B0C-EA02-4816-7720-BF296D8639C1}"/>
          </ac:spMkLst>
        </pc:spChg>
        <pc:spChg chg="mod">
          <ac:chgData name="Kim Kuhn" userId="174e878d-1695-46ad-892b-273f3286acff" providerId="ADAL" clId="{5904356F-026B-41A7-AD65-7D70A9C60FFA}" dt="2023-08-01T13:06:52.734" v="2444" actId="14100"/>
          <ac:spMkLst>
            <pc:docMk/>
            <pc:sldMk cId="3787408010" sldId="2145705873"/>
            <ac:spMk id="27" creationId="{AD7389AE-7BF6-8DA4-00B0-EB0EC8006D0B}"/>
          </ac:spMkLst>
        </pc:spChg>
        <pc:spChg chg="mod">
          <ac:chgData name="Kim Kuhn" userId="174e878d-1695-46ad-892b-273f3286acff" providerId="ADAL" clId="{5904356F-026B-41A7-AD65-7D70A9C60FFA}" dt="2023-07-08T00:23:22.870" v="397" actId="1036"/>
          <ac:spMkLst>
            <pc:docMk/>
            <pc:sldMk cId="3787408010" sldId="2145705873"/>
            <ac:spMk id="47" creationId="{69ED118D-F4D0-33DC-F15A-92B7F656213B}"/>
          </ac:spMkLst>
        </pc:spChg>
        <pc:graphicFrameChg chg="add mod">
          <ac:chgData name="Kim Kuhn" userId="174e878d-1695-46ad-892b-273f3286acff" providerId="ADAL" clId="{5904356F-026B-41A7-AD65-7D70A9C60FFA}" dt="2023-07-08T00:51:40.760" v="808" actId="207"/>
          <ac:graphicFrameMkLst>
            <pc:docMk/>
            <pc:sldMk cId="3787408010" sldId="2145705873"/>
            <ac:graphicFrameMk id="4" creationId="{F93F8032-1387-B17F-75F7-1A75DC8F45DA}"/>
          </ac:graphicFrameMkLst>
        </pc:graphicFrameChg>
        <pc:graphicFrameChg chg="del">
          <ac:chgData name="Kim Kuhn" userId="174e878d-1695-46ad-892b-273f3286acff" providerId="ADAL" clId="{5904356F-026B-41A7-AD65-7D70A9C60FFA}" dt="2023-07-08T00:22:17.352" v="314" actId="478"/>
          <ac:graphicFrameMkLst>
            <pc:docMk/>
            <pc:sldMk cId="3787408010" sldId="2145705873"/>
            <ac:graphicFrameMk id="5" creationId="{0327BCDA-6868-4CE3-3721-EF61177F067C}"/>
          </ac:graphicFrameMkLst>
        </pc:graphicFrameChg>
        <pc:graphicFrameChg chg="add del mod">
          <ac:chgData name="Kim Kuhn" userId="174e878d-1695-46ad-892b-273f3286acff" providerId="ADAL" clId="{5904356F-026B-41A7-AD65-7D70A9C60FFA}" dt="2023-07-27T19:48:51.724" v="2102"/>
          <ac:graphicFrameMkLst>
            <pc:docMk/>
            <pc:sldMk cId="3787408010" sldId="2145705873"/>
            <ac:graphicFrameMk id="5" creationId="{C4045815-CA2F-380E-2B40-6CE88D437A79}"/>
          </ac:graphicFrameMkLst>
        </pc:graphicFrameChg>
        <pc:graphicFrameChg chg="mod">
          <ac:chgData name="Kim Kuhn" userId="174e878d-1695-46ad-892b-273f3286acff" providerId="ADAL" clId="{5904356F-026B-41A7-AD65-7D70A9C60FFA}" dt="2023-07-08T00:25:43.652" v="420" actId="2084"/>
          <ac:graphicFrameMkLst>
            <pc:docMk/>
            <pc:sldMk cId="3787408010" sldId="2145705873"/>
            <ac:graphicFrameMk id="7" creationId="{00000000-0008-0000-0200-000002000000}"/>
          </ac:graphicFrameMkLst>
        </pc:graphicFrameChg>
        <pc:graphicFrameChg chg="add mod ord">
          <ac:chgData name="Kim Kuhn" userId="174e878d-1695-46ad-892b-273f3286acff" providerId="ADAL" clId="{5904356F-026B-41A7-AD65-7D70A9C60FFA}" dt="2023-07-17T19:35:02.923" v="2093" actId="1036"/>
          <ac:graphicFrameMkLst>
            <pc:docMk/>
            <pc:sldMk cId="3787408010" sldId="2145705873"/>
            <ac:graphicFrameMk id="13" creationId="{16BB64C1-49E7-4BC2-87F7-1A303C4DA90F}"/>
          </ac:graphicFrameMkLst>
        </pc:graphicFrameChg>
      </pc:sldChg>
      <pc:sldChg chg="delSp del mod">
        <pc:chgData name="Kim Kuhn" userId="174e878d-1695-46ad-892b-273f3286acff" providerId="ADAL" clId="{5904356F-026B-41A7-AD65-7D70A9C60FFA}" dt="2023-07-27T20:13:57.629" v="2305" actId="47"/>
        <pc:sldMkLst>
          <pc:docMk/>
          <pc:sldMk cId="677137894" sldId="2145705879"/>
        </pc:sldMkLst>
        <pc:spChg chg="del">
          <ac:chgData name="Kim Kuhn" userId="174e878d-1695-46ad-892b-273f3286acff" providerId="ADAL" clId="{5904356F-026B-41A7-AD65-7D70A9C60FFA}" dt="2023-07-05T21:30:35.193" v="108" actId="478"/>
          <ac:spMkLst>
            <pc:docMk/>
            <pc:sldMk cId="677137894" sldId="2145705879"/>
            <ac:spMk id="2" creationId="{44BD8E14-B463-8654-7D16-388FDCD34CE7}"/>
          </ac:spMkLst>
        </pc:spChg>
      </pc:sldChg>
      <pc:sldChg chg="delSp mod">
        <pc:chgData name="Kim Kuhn" userId="174e878d-1695-46ad-892b-273f3286acff" providerId="ADAL" clId="{5904356F-026B-41A7-AD65-7D70A9C60FFA}" dt="2023-08-10T18:12:44.418" v="3491" actId="478"/>
        <pc:sldMkLst>
          <pc:docMk/>
          <pc:sldMk cId="1584050897" sldId="2145705880"/>
        </pc:sldMkLst>
        <pc:spChg chg="del">
          <ac:chgData name="Kim Kuhn" userId="174e878d-1695-46ad-892b-273f3286acff" providerId="ADAL" clId="{5904356F-026B-41A7-AD65-7D70A9C60FFA}" dt="2023-08-10T18:12:44.418" v="3491" actId="478"/>
          <ac:spMkLst>
            <pc:docMk/>
            <pc:sldMk cId="1584050897" sldId="2145705880"/>
            <ac:spMk id="2" creationId="{03D772CD-3A3E-1763-87F2-E12E3A995841}"/>
          </ac:spMkLst>
        </pc:spChg>
        <pc:picChg chg="del">
          <ac:chgData name="Kim Kuhn" userId="174e878d-1695-46ad-892b-273f3286acff" providerId="ADAL" clId="{5904356F-026B-41A7-AD65-7D70A9C60FFA}" dt="2023-08-10T18:12:42.867" v="3490" actId="478"/>
          <ac:picMkLst>
            <pc:docMk/>
            <pc:sldMk cId="1584050897" sldId="2145705880"/>
            <ac:picMk id="6" creationId="{9075D9CD-DC61-355C-D3DD-CE92FAC48E31}"/>
          </ac:picMkLst>
        </pc:picChg>
      </pc:sldChg>
      <pc:sldChg chg="addSp delSp modSp del mod ord">
        <pc:chgData name="Kim Kuhn" userId="174e878d-1695-46ad-892b-273f3286acff" providerId="ADAL" clId="{5904356F-026B-41A7-AD65-7D70A9C60FFA}" dt="2023-07-27T20:14:53.385" v="2306" actId="47"/>
        <pc:sldMkLst>
          <pc:docMk/>
          <pc:sldMk cId="2062947110" sldId="2145705881"/>
        </pc:sldMkLst>
        <pc:spChg chg="add mod">
          <ac:chgData name="Kim Kuhn" userId="174e878d-1695-46ad-892b-273f3286acff" providerId="ADAL" clId="{5904356F-026B-41A7-AD65-7D70A9C60FFA}" dt="2023-07-08T01:12:58.441" v="1658" actId="403"/>
          <ac:spMkLst>
            <pc:docMk/>
            <pc:sldMk cId="2062947110" sldId="2145705881"/>
            <ac:spMk id="2" creationId="{F3B5205D-5B33-CCF2-0EA0-9A016F679573}"/>
          </ac:spMkLst>
        </pc:spChg>
        <pc:spChg chg="add mod">
          <ac:chgData name="Kim Kuhn" userId="174e878d-1695-46ad-892b-273f3286acff" providerId="ADAL" clId="{5904356F-026B-41A7-AD65-7D70A9C60FFA}" dt="2023-07-08T01:12:11.924" v="1654" actId="20577"/>
          <ac:spMkLst>
            <pc:docMk/>
            <pc:sldMk cId="2062947110" sldId="2145705881"/>
            <ac:spMk id="3" creationId="{6C72EB09-3B2D-72F9-AF93-4C94AE7FEEED}"/>
          </ac:spMkLst>
        </pc:spChg>
        <pc:spChg chg="del">
          <ac:chgData name="Kim Kuhn" userId="174e878d-1695-46ad-892b-273f3286acff" providerId="ADAL" clId="{5904356F-026B-41A7-AD65-7D70A9C60FFA}" dt="2023-07-05T21:30:43.343" v="110" actId="478"/>
          <ac:spMkLst>
            <pc:docMk/>
            <pc:sldMk cId="2062947110" sldId="2145705881"/>
            <ac:spMk id="9" creationId="{C1391031-C244-9C70-7B44-C592988D1706}"/>
          </ac:spMkLst>
        </pc:spChg>
        <pc:spChg chg="del mod">
          <ac:chgData name="Kim Kuhn" userId="174e878d-1695-46ad-892b-273f3286acff" providerId="ADAL" clId="{5904356F-026B-41A7-AD65-7D70A9C60FFA}" dt="2023-07-08T01:10:49.545" v="1514" actId="478"/>
          <ac:spMkLst>
            <pc:docMk/>
            <pc:sldMk cId="2062947110" sldId="2145705881"/>
            <ac:spMk id="15" creationId="{88D48700-8E84-F640-9A20-89A0B184F698}"/>
          </ac:spMkLst>
        </pc:spChg>
        <pc:spChg chg="mod">
          <ac:chgData name="Kim Kuhn" userId="174e878d-1695-46ad-892b-273f3286acff" providerId="ADAL" clId="{5904356F-026B-41A7-AD65-7D70A9C60FFA}" dt="2023-07-08T00:22:08.111" v="313" actId="20577"/>
          <ac:spMkLst>
            <pc:docMk/>
            <pc:sldMk cId="2062947110" sldId="2145705881"/>
            <ac:spMk id="20" creationId="{F781F5C5-0677-E01D-6F84-58B67B02F7CB}"/>
          </ac:spMkLst>
        </pc:spChg>
      </pc:sldChg>
      <pc:sldChg chg="del">
        <pc:chgData name="Kim Kuhn" userId="174e878d-1695-46ad-892b-273f3286acff" providerId="ADAL" clId="{5904356F-026B-41A7-AD65-7D70A9C60FFA}" dt="2023-07-27T20:13:57.629" v="2305" actId="47"/>
        <pc:sldMkLst>
          <pc:docMk/>
          <pc:sldMk cId="1648096976" sldId="2145705882"/>
        </pc:sldMkLst>
      </pc:sldChg>
      <pc:sldChg chg="addSp delSp modSp del mod">
        <pc:chgData name="Kim Kuhn" userId="174e878d-1695-46ad-892b-273f3286acff" providerId="ADAL" clId="{5904356F-026B-41A7-AD65-7D70A9C60FFA}" dt="2023-07-27T19:49:31.784" v="2104" actId="47"/>
        <pc:sldMkLst>
          <pc:docMk/>
          <pc:sldMk cId="1467252314" sldId="2145705883"/>
        </pc:sldMkLst>
        <pc:spChg chg="del">
          <ac:chgData name="Kim Kuhn" userId="174e878d-1695-46ad-892b-273f3286acff" providerId="ADAL" clId="{5904356F-026B-41A7-AD65-7D70A9C60FFA}" dt="2023-07-27T19:42:48.450" v="2096" actId="478"/>
          <ac:spMkLst>
            <pc:docMk/>
            <pc:sldMk cId="1467252314" sldId="2145705883"/>
            <ac:spMk id="2" creationId="{F61895C5-AAD0-688A-3103-E028BAFA40AE}"/>
          </ac:spMkLst>
        </pc:spChg>
        <pc:spChg chg="del">
          <ac:chgData name="Kim Kuhn" userId="174e878d-1695-46ad-892b-273f3286acff" providerId="ADAL" clId="{5904356F-026B-41A7-AD65-7D70A9C60FFA}" dt="2023-07-27T19:42:48.450" v="2096" actId="478"/>
          <ac:spMkLst>
            <pc:docMk/>
            <pc:sldMk cId="1467252314" sldId="2145705883"/>
            <ac:spMk id="3" creationId="{7FE5AD09-43B3-B7C5-F079-79D7A7AB7C11}"/>
          </ac:spMkLst>
        </pc:spChg>
        <pc:spChg chg="mod">
          <ac:chgData name="Kim Kuhn" userId="174e878d-1695-46ad-892b-273f3286acff" providerId="ADAL" clId="{5904356F-026B-41A7-AD65-7D70A9C60FFA}" dt="2023-07-17T19:10:15.287" v="2068" actId="1076"/>
          <ac:spMkLst>
            <pc:docMk/>
            <pc:sldMk cId="1467252314" sldId="2145705883"/>
            <ac:spMk id="5" creationId="{9F2BFBC5-66C3-3AB0-8C99-6510D1B831C4}"/>
          </ac:spMkLst>
        </pc:spChg>
        <pc:spChg chg="del">
          <ac:chgData name="Kim Kuhn" userId="174e878d-1695-46ad-892b-273f3286acff" providerId="ADAL" clId="{5904356F-026B-41A7-AD65-7D70A9C60FFA}" dt="2023-07-08T00:42:23.650" v="618" actId="478"/>
          <ac:spMkLst>
            <pc:docMk/>
            <pc:sldMk cId="1467252314" sldId="2145705883"/>
            <ac:spMk id="7" creationId="{D97FA4FD-B73F-3E7A-6645-1B5D1C9F4051}"/>
          </ac:spMkLst>
        </pc:spChg>
        <pc:spChg chg="del">
          <ac:chgData name="Kim Kuhn" userId="174e878d-1695-46ad-892b-273f3286acff" providerId="ADAL" clId="{5904356F-026B-41A7-AD65-7D70A9C60FFA}" dt="2023-07-08T00:42:23.650" v="618" actId="478"/>
          <ac:spMkLst>
            <pc:docMk/>
            <pc:sldMk cId="1467252314" sldId="2145705883"/>
            <ac:spMk id="8" creationId="{D875430F-C47E-90EB-2BD7-FFA46567D1D5}"/>
          </ac:spMkLst>
        </pc:spChg>
        <pc:spChg chg="del">
          <ac:chgData name="Kim Kuhn" userId="174e878d-1695-46ad-892b-273f3286acff" providerId="ADAL" clId="{5904356F-026B-41A7-AD65-7D70A9C60FFA}" dt="2023-07-08T00:42:23.650" v="618" actId="478"/>
          <ac:spMkLst>
            <pc:docMk/>
            <pc:sldMk cId="1467252314" sldId="2145705883"/>
            <ac:spMk id="9" creationId="{15D613E6-7974-7F03-61E9-5C42DABE14F6}"/>
          </ac:spMkLst>
        </pc:spChg>
        <pc:spChg chg="del">
          <ac:chgData name="Kim Kuhn" userId="174e878d-1695-46ad-892b-273f3286acff" providerId="ADAL" clId="{5904356F-026B-41A7-AD65-7D70A9C60FFA}" dt="2023-07-08T00:42:23.650" v="618" actId="478"/>
          <ac:spMkLst>
            <pc:docMk/>
            <pc:sldMk cId="1467252314" sldId="2145705883"/>
            <ac:spMk id="10" creationId="{7D081D26-2880-3E9C-01B4-E050E7D8C9A5}"/>
          </ac:spMkLst>
        </pc:spChg>
        <pc:spChg chg="del">
          <ac:chgData name="Kim Kuhn" userId="174e878d-1695-46ad-892b-273f3286acff" providerId="ADAL" clId="{5904356F-026B-41A7-AD65-7D70A9C60FFA}" dt="2023-07-08T00:42:23.650" v="618" actId="478"/>
          <ac:spMkLst>
            <pc:docMk/>
            <pc:sldMk cId="1467252314" sldId="2145705883"/>
            <ac:spMk id="11" creationId="{1757A064-4ADB-84E4-708F-280BC312D5E7}"/>
          </ac:spMkLst>
        </pc:spChg>
        <pc:spChg chg="del">
          <ac:chgData name="Kim Kuhn" userId="174e878d-1695-46ad-892b-273f3286acff" providerId="ADAL" clId="{5904356F-026B-41A7-AD65-7D70A9C60FFA}" dt="2023-07-08T00:42:23.650" v="618" actId="478"/>
          <ac:spMkLst>
            <pc:docMk/>
            <pc:sldMk cId="1467252314" sldId="2145705883"/>
            <ac:spMk id="12" creationId="{5BBCEE82-C31C-C80C-9ABF-FF34B2B4AB0C}"/>
          </ac:spMkLst>
        </pc:spChg>
        <pc:spChg chg="del">
          <ac:chgData name="Kim Kuhn" userId="174e878d-1695-46ad-892b-273f3286acff" providerId="ADAL" clId="{5904356F-026B-41A7-AD65-7D70A9C60FFA}" dt="2023-07-08T00:42:23.650" v="618" actId="478"/>
          <ac:spMkLst>
            <pc:docMk/>
            <pc:sldMk cId="1467252314" sldId="2145705883"/>
            <ac:spMk id="15" creationId="{5C24E882-E185-D7ED-8B19-7118D4CA9237}"/>
          </ac:spMkLst>
        </pc:spChg>
        <pc:spChg chg="del">
          <ac:chgData name="Kim Kuhn" userId="174e878d-1695-46ad-892b-273f3286acff" providerId="ADAL" clId="{5904356F-026B-41A7-AD65-7D70A9C60FFA}" dt="2023-07-08T00:42:23.650" v="618" actId="478"/>
          <ac:spMkLst>
            <pc:docMk/>
            <pc:sldMk cId="1467252314" sldId="2145705883"/>
            <ac:spMk id="16" creationId="{3E858FD0-DEEA-55DB-03CF-36EF0CDD0588}"/>
          </ac:spMkLst>
        </pc:spChg>
        <pc:spChg chg="del">
          <ac:chgData name="Kim Kuhn" userId="174e878d-1695-46ad-892b-273f3286acff" providerId="ADAL" clId="{5904356F-026B-41A7-AD65-7D70A9C60FFA}" dt="2023-07-08T00:42:23.650" v="618" actId="478"/>
          <ac:spMkLst>
            <pc:docMk/>
            <pc:sldMk cId="1467252314" sldId="2145705883"/>
            <ac:spMk id="17" creationId="{1E39D45A-BFBF-873B-1250-E84D8EEA4E05}"/>
          </ac:spMkLst>
        </pc:spChg>
        <pc:spChg chg="mod">
          <ac:chgData name="Kim Kuhn" userId="174e878d-1695-46ad-892b-273f3286acff" providerId="ADAL" clId="{5904356F-026B-41A7-AD65-7D70A9C60FFA}" dt="2023-07-08T01:06:36.743" v="1364" actId="14100"/>
          <ac:spMkLst>
            <pc:docMk/>
            <pc:sldMk cId="1467252314" sldId="2145705883"/>
            <ac:spMk id="22" creationId="{F62600BD-3556-CA64-0399-9506FCC6DF11}"/>
          </ac:spMkLst>
        </pc:spChg>
        <pc:spChg chg="mod">
          <ac:chgData name="Kim Kuhn" userId="174e878d-1695-46ad-892b-273f3286acff" providerId="ADAL" clId="{5904356F-026B-41A7-AD65-7D70A9C60FFA}" dt="2023-07-08T01:06:59.132" v="1390" actId="1036"/>
          <ac:spMkLst>
            <pc:docMk/>
            <pc:sldMk cId="1467252314" sldId="2145705883"/>
            <ac:spMk id="24" creationId="{27123F0E-E5BC-1B3E-DEB2-57F37B568C4B}"/>
          </ac:spMkLst>
        </pc:spChg>
        <pc:spChg chg="add del mod">
          <ac:chgData name="Kim Kuhn" userId="174e878d-1695-46ad-892b-273f3286acff" providerId="ADAL" clId="{5904356F-026B-41A7-AD65-7D70A9C60FFA}" dt="2023-07-08T00:42:54.679" v="628" actId="478"/>
          <ac:spMkLst>
            <pc:docMk/>
            <pc:sldMk cId="1467252314" sldId="2145705883"/>
            <ac:spMk id="25" creationId="{6772F662-C904-835A-58B3-41446EFCBF29}"/>
          </ac:spMkLst>
        </pc:spChg>
        <pc:spChg chg="add del mod">
          <ac:chgData name="Kim Kuhn" userId="174e878d-1695-46ad-892b-273f3286acff" providerId="ADAL" clId="{5904356F-026B-41A7-AD65-7D70A9C60FFA}" dt="2023-07-27T19:42:48.450" v="2096" actId="478"/>
          <ac:spMkLst>
            <pc:docMk/>
            <pc:sldMk cId="1467252314" sldId="2145705883"/>
            <ac:spMk id="29" creationId="{C86DAAD9-CD48-7DC9-67BD-65C57C05471D}"/>
          </ac:spMkLst>
        </pc:spChg>
        <pc:spChg chg="add del mod">
          <ac:chgData name="Kim Kuhn" userId="174e878d-1695-46ad-892b-273f3286acff" providerId="ADAL" clId="{5904356F-026B-41A7-AD65-7D70A9C60FFA}" dt="2023-07-27T19:42:48.450" v="2096" actId="478"/>
          <ac:spMkLst>
            <pc:docMk/>
            <pc:sldMk cId="1467252314" sldId="2145705883"/>
            <ac:spMk id="31" creationId="{0B58D57B-627E-C00C-D1FF-CA4D8C8C84DF}"/>
          </ac:spMkLst>
        </pc:spChg>
        <pc:spChg chg="add del mod">
          <ac:chgData name="Kim Kuhn" userId="174e878d-1695-46ad-892b-273f3286acff" providerId="ADAL" clId="{5904356F-026B-41A7-AD65-7D70A9C60FFA}" dt="2023-07-27T19:42:48.450" v="2096" actId="478"/>
          <ac:spMkLst>
            <pc:docMk/>
            <pc:sldMk cId="1467252314" sldId="2145705883"/>
            <ac:spMk id="33" creationId="{C58F1976-7B6A-34F5-8BB9-CF5B90357597}"/>
          </ac:spMkLst>
        </pc:spChg>
        <pc:spChg chg="add del mod">
          <ac:chgData name="Kim Kuhn" userId="174e878d-1695-46ad-892b-273f3286acff" providerId="ADAL" clId="{5904356F-026B-41A7-AD65-7D70A9C60FFA}" dt="2023-07-27T19:42:48.450" v="2096" actId="478"/>
          <ac:spMkLst>
            <pc:docMk/>
            <pc:sldMk cId="1467252314" sldId="2145705883"/>
            <ac:spMk id="34" creationId="{68297E94-C0BA-52C1-1B4C-443BF8E020E1}"/>
          </ac:spMkLst>
        </pc:spChg>
        <pc:spChg chg="add del mod">
          <ac:chgData name="Kim Kuhn" userId="174e878d-1695-46ad-892b-273f3286acff" providerId="ADAL" clId="{5904356F-026B-41A7-AD65-7D70A9C60FFA}" dt="2023-07-27T19:42:48.450" v="2096" actId="478"/>
          <ac:spMkLst>
            <pc:docMk/>
            <pc:sldMk cId="1467252314" sldId="2145705883"/>
            <ac:spMk id="35" creationId="{2E0C7C63-C79D-32FB-6645-DDF74C2D6823}"/>
          </ac:spMkLst>
        </pc:spChg>
        <pc:spChg chg="add mod">
          <ac:chgData name="Kim Kuhn" userId="174e878d-1695-46ad-892b-273f3286acff" providerId="ADAL" clId="{5904356F-026B-41A7-AD65-7D70A9C60FFA}" dt="2023-07-08T01:12:43.067" v="1655" actId="403"/>
          <ac:spMkLst>
            <pc:docMk/>
            <pc:sldMk cId="1467252314" sldId="2145705883"/>
            <ac:spMk id="36" creationId="{8F4C2D75-5F93-0CFA-A0D9-2FD053339FDC}"/>
          </ac:spMkLst>
        </pc:spChg>
        <pc:graphicFrameChg chg="add mod">
          <ac:chgData name="Kim Kuhn" userId="174e878d-1695-46ad-892b-273f3286acff" providerId="ADAL" clId="{5904356F-026B-41A7-AD65-7D70A9C60FFA}" dt="2023-07-27T19:43:58.110" v="2100" actId="1076"/>
          <ac:graphicFrameMkLst>
            <pc:docMk/>
            <pc:sldMk cId="1467252314" sldId="2145705883"/>
            <ac:graphicFrameMk id="4" creationId="{E7CB19D8-41CE-F7CC-5B47-A4EF94D44575}"/>
          </ac:graphicFrameMkLst>
        </pc:graphicFrameChg>
        <pc:graphicFrameChg chg="del">
          <ac:chgData name="Kim Kuhn" userId="174e878d-1695-46ad-892b-273f3286acff" providerId="ADAL" clId="{5904356F-026B-41A7-AD65-7D70A9C60FFA}" dt="2023-07-08T00:37:17.333" v="566" actId="478"/>
          <ac:graphicFrameMkLst>
            <pc:docMk/>
            <pc:sldMk cId="1467252314" sldId="2145705883"/>
            <ac:graphicFrameMk id="20" creationId="{0EF8E0ED-7D34-43AA-C053-341CE34321B2}"/>
          </ac:graphicFrameMkLst>
        </pc:graphicFrameChg>
        <pc:graphicFrameChg chg="add mod">
          <ac:chgData name="Kim Kuhn" userId="174e878d-1695-46ad-892b-273f3286acff" providerId="ADAL" clId="{5904356F-026B-41A7-AD65-7D70A9C60FFA}" dt="2023-07-27T19:43:51.917" v="2099" actId="1076"/>
          <ac:graphicFrameMkLst>
            <pc:docMk/>
            <pc:sldMk cId="1467252314" sldId="2145705883"/>
            <ac:graphicFrameMk id="28" creationId="{F58E4ECA-D351-8823-2C08-5BAA17538557}"/>
          </ac:graphicFrameMkLst>
        </pc:graphicFrameChg>
        <pc:graphicFrameChg chg="add del mod">
          <ac:chgData name="Kim Kuhn" userId="174e878d-1695-46ad-892b-273f3286acff" providerId="ADAL" clId="{5904356F-026B-41A7-AD65-7D70A9C60FFA}" dt="2023-07-27T19:42:48.450" v="2096" actId="478"/>
          <ac:graphicFrameMkLst>
            <pc:docMk/>
            <pc:sldMk cId="1467252314" sldId="2145705883"/>
            <ac:graphicFrameMk id="30" creationId="{94026C4B-4E42-A0DE-038C-8FE31D7C04DE}"/>
          </ac:graphicFrameMkLst>
        </pc:graphicFrameChg>
        <pc:graphicFrameChg chg="add del mod">
          <ac:chgData name="Kim Kuhn" userId="174e878d-1695-46ad-892b-273f3286acff" providerId="ADAL" clId="{5904356F-026B-41A7-AD65-7D70A9C60FFA}" dt="2023-07-27T19:42:48.450" v="2096" actId="478"/>
          <ac:graphicFrameMkLst>
            <pc:docMk/>
            <pc:sldMk cId="1467252314" sldId="2145705883"/>
            <ac:graphicFrameMk id="32" creationId="{6492CD44-C2E6-5336-9820-89997E4CEB08}"/>
          </ac:graphicFrameMkLst>
        </pc:graphicFrameChg>
        <pc:cxnChg chg="del">
          <ac:chgData name="Kim Kuhn" userId="174e878d-1695-46ad-892b-273f3286acff" providerId="ADAL" clId="{5904356F-026B-41A7-AD65-7D70A9C60FFA}" dt="2023-07-08T00:42:23.650" v="618" actId="478"/>
          <ac:cxnSpMkLst>
            <pc:docMk/>
            <pc:sldMk cId="1467252314" sldId="2145705883"/>
            <ac:cxnSpMk id="13" creationId="{C7F575C7-3065-F9BE-6721-2640CCACBF1C}"/>
          </ac:cxnSpMkLst>
        </pc:cxnChg>
        <pc:cxnChg chg="del">
          <ac:chgData name="Kim Kuhn" userId="174e878d-1695-46ad-892b-273f3286acff" providerId="ADAL" clId="{5904356F-026B-41A7-AD65-7D70A9C60FFA}" dt="2023-07-08T00:42:23.650" v="618" actId="478"/>
          <ac:cxnSpMkLst>
            <pc:docMk/>
            <pc:sldMk cId="1467252314" sldId="2145705883"/>
            <ac:cxnSpMk id="14" creationId="{6AE13470-02F6-EB38-92BD-AB77DD1B7BBD}"/>
          </ac:cxnSpMkLst>
        </pc:cxnChg>
      </pc:sldChg>
      <pc:sldChg chg="modSp new del mod">
        <pc:chgData name="Kim Kuhn" userId="174e878d-1695-46ad-892b-273f3286acff" providerId="ADAL" clId="{5904356F-026B-41A7-AD65-7D70A9C60FFA}" dt="2023-07-27T20:13:57.629" v="2305" actId="47"/>
        <pc:sldMkLst>
          <pc:docMk/>
          <pc:sldMk cId="3859208849" sldId="2145705884"/>
        </pc:sldMkLst>
        <pc:spChg chg="mod">
          <ac:chgData name="Kim Kuhn" userId="174e878d-1695-46ad-892b-273f3286acff" providerId="ADAL" clId="{5904356F-026B-41A7-AD65-7D70A9C60FFA}" dt="2023-07-05T21:05:35.544" v="25" actId="1076"/>
          <ac:spMkLst>
            <pc:docMk/>
            <pc:sldMk cId="3859208849" sldId="2145705884"/>
            <ac:spMk id="2" creationId="{71CFDB75-F027-2E94-00C3-FBE059766797}"/>
          </ac:spMkLst>
        </pc:spChg>
      </pc:sldChg>
      <pc:sldChg chg="addSp delSp modSp new del mod">
        <pc:chgData name="Kim Kuhn" userId="174e878d-1695-46ad-892b-273f3286acff" providerId="ADAL" clId="{5904356F-026B-41A7-AD65-7D70A9C60FFA}" dt="2023-07-05T21:24:40.171" v="55" actId="47"/>
        <pc:sldMkLst>
          <pc:docMk/>
          <pc:sldMk cId="2978994556" sldId="2145705885"/>
        </pc:sldMkLst>
        <pc:spChg chg="del">
          <ac:chgData name="Kim Kuhn" userId="174e878d-1695-46ad-892b-273f3286acff" providerId="ADAL" clId="{5904356F-026B-41A7-AD65-7D70A9C60FFA}" dt="2023-07-05T21:20:34.419" v="33" actId="478"/>
          <ac:spMkLst>
            <pc:docMk/>
            <pc:sldMk cId="2978994556" sldId="2145705885"/>
            <ac:spMk id="2" creationId="{38534310-1192-CC43-7852-2D24835F1AB9}"/>
          </ac:spMkLst>
        </pc:spChg>
        <pc:spChg chg="add del mod">
          <ac:chgData name="Kim Kuhn" userId="174e878d-1695-46ad-892b-273f3286acff" providerId="ADAL" clId="{5904356F-026B-41A7-AD65-7D70A9C60FFA}" dt="2023-07-05T21:22:16.962" v="34" actId="478"/>
          <ac:spMkLst>
            <pc:docMk/>
            <pc:sldMk cId="2978994556" sldId="2145705885"/>
            <ac:spMk id="3" creationId="{86217DD6-0635-4B67-8F50-A7E4359B3CE1}"/>
          </ac:spMkLst>
        </pc:spChg>
        <pc:spChg chg="add del mod">
          <ac:chgData name="Kim Kuhn" userId="174e878d-1695-46ad-892b-273f3286acff" providerId="ADAL" clId="{5904356F-026B-41A7-AD65-7D70A9C60FFA}" dt="2023-07-05T21:22:20.476" v="36" actId="478"/>
          <ac:spMkLst>
            <pc:docMk/>
            <pc:sldMk cId="2978994556" sldId="2145705885"/>
            <ac:spMk id="4" creationId="{774F7031-632A-95AB-BC84-09D4D3438753}"/>
          </ac:spMkLst>
        </pc:spChg>
        <pc:spChg chg="add mod">
          <ac:chgData name="Kim Kuhn" userId="174e878d-1695-46ad-892b-273f3286acff" providerId="ADAL" clId="{5904356F-026B-41A7-AD65-7D70A9C60FFA}" dt="2023-07-05T21:22:42.083" v="40"/>
          <ac:spMkLst>
            <pc:docMk/>
            <pc:sldMk cId="2978994556" sldId="2145705885"/>
            <ac:spMk id="7" creationId="{BE7BA73C-DCBC-D034-26E9-D61D04B4AA17}"/>
          </ac:spMkLst>
        </pc:spChg>
        <pc:spChg chg="add mod">
          <ac:chgData name="Kim Kuhn" userId="174e878d-1695-46ad-892b-273f3286acff" providerId="ADAL" clId="{5904356F-026B-41A7-AD65-7D70A9C60FFA}" dt="2023-07-05T21:22:42.083" v="40"/>
          <ac:spMkLst>
            <pc:docMk/>
            <pc:sldMk cId="2978994556" sldId="2145705885"/>
            <ac:spMk id="8" creationId="{CFAE64AB-DB88-3C5A-6813-EAC2DD32B21A}"/>
          </ac:spMkLst>
        </pc:spChg>
        <pc:spChg chg="add mod">
          <ac:chgData name="Kim Kuhn" userId="174e878d-1695-46ad-892b-273f3286acff" providerId="ADAL" clId="{5904356F-026B-41A7-AD65-7D70A9C60FFA}" dt="2023-07-05T21:22:42.083" v="40"/>
          <ac:spMkLst>
            <pc:docMk/>
            <pc:sldMk cId="2978994556" sldId="2145705885"/>
            <ac:spMk id="9" creationId="{FC1ECCE1-14B8-ADA1-6CB9-458E7F9E11D8}"/>
          </ac:spMkLst>
        </pc:spChg>
        <pc:spChg chg="add mod">
          <ac:chgData name="Kim Kuhn" userId="174e878d-1695-46ad-892b-273f3286acff" providerId="ADAL" clId="{5904356F-026B-41A7-AD65-7D70A9C60FFA}" dt="2023-07-05T21:22:42.083" v="40"/>
          <ac:spMkLst>
            <pc:docMk/>
            <pc:sldMk cId="2978994556" sldId="2145705885"/>
            <ac:spMk id="10" creationId="{681D76AF-63C7-57EE-684E-498B2212363E}"/>
          </ac:spMkLst>
        </pc:spChg>
        <pc:spChg chg="add del mod">
          <ac:chgData name="Kim Kuhn" userId="174e878d-1695-46ad-892b-273f3286acff" providerId="ADAL" clId="{5904356F-026B-41A7-AD65-7D70A9C60FFA}" dt="2023-07-05T21:23:02.850" v="42" actId="478"/>
          <ac:spMkLst>
            <pc:docMk/>
            <pc:sldMk cId="2978994556" sldId="2145705885"/>
            <ac:spMk id="12" creationId="{22FD674B-2E8D-7ABB-8120-4839EDAD66B0}"/>
          </ac:spMkLst>
        </pc:spChg>
        <pc:spChg chg="add mod ord">
          <ac:chgData name="Kim Kuhn" userId="174e878d-1695-46ad-892b-273f3286acff" providerId="ADAL" clId="{5904356F-026B-41A7-AD65-7D70A9C60FFA}" dt="2023-07-05T21:23:27.531" v="45" actId="167"/>
          <ac:spMkLst>
            <pc:docMk/>
            <pc:sldMk cId="2978994556" sldId="2145705885"/>
            <ac:spMk id="13" creationId="{A8EBDEEA-CD44-091F-4626-D12701342270}"/>
          </ac:spMkLst>
        </pc:spChg>
        <pc:spChg chg="add del mod">
          <ac:chgData name="Kim Kuhn" userId="174e878d-1695-46ad-892b-273f3286acff" providerId="ADAL" clId="{5904356F-026B-41A7-AD65-7D70A9C60FFA}" dt="2023-07-05T21:23:44.836" v="47"/>
          <ac:spMkLst>
            <pc:docMk/>
            <pc:sldMk cId="2978994556" sldId="2145705885"/>
            <ac:spMk id="14" creationId="{196B833D-0523-B504-A122-160A739E4678}"/>
          </ac:spMkLst>
        </pc:spChg>
        <pc:spChg chg="add del mod">
          <ac:chgData name="Kim Kuhn" userId="174e878d-1695-46ad-892b-273f3286acff" providerId="ADAL" clId="{5904356F-026B-41A7-AD65-7D70A9C60FFA}" dt="2023-07-05T21:23:44.836" v="47"/>
          <ac:spMkLst>
            <pc:docMk/>
            <pc:sldMk cId="2978994556" sldId="2145705885"/>
            <ac:spMk id="15" creationId="{B499908C-E6A6-CAE1-1E51-7CA4A19EE516}"/>
          </ac:spMkLst>
        </pc:spChg>
        <pc:spChg chg="add del mod">
          <ac:chgData name="Kim Kuhn" userId="174e878d-1695-46ad-892b-273f3286acff" providerId="ADAL" clId="{5904356F-026B-41A7-AD65-7D70A9C60FFA}" dt="2023-07-05T21:23:44.836" v="47"/>
          <ac:spMkLst>
            <pc:docMk/>
            <pc:sldMk cId="2978994556" sldId="2145705885"/>
            <ac:spMk id="16" creationId="{58CFC66E-02E3-2652-46BD-BB234CA7B23F}"/>
          </ac:spMkLst>
        </pc:spChg>
        <pc:spChg chg="add del mod">
          <ac:chgData name="Kim Kuhn" userId="174e878d-1695-46ad-892b-273f3286acff" providerId="ADAL" clId="{5904356F-026B-41A7-AD65-7D70A9C60FFA}" dt="2023-07-05T21:23:44.836" v="47"/>
          <ac:spMkLst>
            <pc:docMk/>
            <pc:sldMk cId="2978994556" sldId="2145705885"/>
            <ac:spMk id="17" creationId="{264D80FD-552F-0987-5FE6-BC91F12CDFB6}"/>
          </ac:spMkLst>
        </pc:spChg>
        <pc:graphicFrameChg chg="add del mod">
          <ac:chgData name="Kim Kuhn" userId="174e878d-1695-46ad-892b-273f3286acff" providerId="ADAL" clId="{5904356F-026B-41A7-AD65-7D70A9C60FFA}" dt="2023-07-05T21:22:19.125" v="35" actId="478"/>
          <ac:graphicFrameMkLst>
            <pc:docMk/>
            <pc:sldMk cId="2978994556" sldId="2145705885"/>
            <ac:graphicFrameMk id="5" creationId="{31D61D9A-C1E1-2D1E-4402-C03F783515CE}"/>
          </ac:graphicFrameMkLst>
        </pc:graphicFrameChg>
        <pc:graphicFrameChg chg="add mod">
          <ac:chgData name="Kim Kuhn" userId="174e878d-1695-46ad-892b-273f3286acff" providerId="ADAL" clId="{5904356F-026B-41A7-AD65-7D70A9C60FFA}" dt="2023-07-05T21:22:42.083" v="40"/>
          <ac:graphicFrameMkLst>
            <pc:docMk/>
            <pc:sldMk cId="2978994556" sldId="2145705885"/>
            <ac:graphicFrameMk id="11" creationId="{84E7F23C-68E3-3CB7-1294-9E97E5AF602F}"/>
          </ac:graphicFrameMkLst>
        </pc:graphicFrameChg>
        <pc:graphicFrameChg chg="add del mod">
          <ac:chgData name="Kim Kuhn" userId="174e878d-1695-46ad-892b-273f3286acff" providerId="ADAL" clId="{5904356F-026B-41A7-AD65-7D70A9C60FFA}" dt="2023-07-05T21:23:44.836" v="47"/>
          <ac:graphicFrameMkLst>
            <pc:docMk/>
            <pc:sldMk cId="2978994556" sldId="2145705885"/>
            <ac:graphicFrameMk id="18" creationId="{17669753-2D5F-40C3-F15F-49AA206E4832}"/>
          </ac:graphicFrameMkLst>
        </pc:graphicFrameChg>
        <pc:picChg chg="add del mod">
          <ac:chgData name="Kim Kuhn" userId="174e878d-1695-46ad-892b-273f3286acff" providerId="ADAL" clId="{5904356F-026B-41A7-AD65-7D70A9C60FFA}" dt="2023-07-05T21:22:29.986" v="39" actId="478"/>
          <ac:picMkLst>
            <pc:docMk/>
            <pc:sldMk cId="2978994556" sldId="2145705885"/>
            <ac:picMk id="6" creationId="{C1D7FEA4-D23D-1752-E78F-9DE752BCEA35}"/>
          </ac:picMkLst>
        </pc:picChg>
      </pc:sldChg>
      <pc:sldChg chg="addSp delSp modSp add del mod ord">
        <pc:chgData name="Kim Kuhn" userId="174e878d-1695-46ad-892b-273f3286acff" providerId="ADAL" clId="{5904356F-026B-41A7-AD65-7D70A9C60FFA}" dt="2023-07-27T20:36:29.923" v="2387" actId="47"/>
        <pc:sldMkLst>
          <pc:docMk/>
          <pc:sldMk cId="1737239414" sldId="2145705886"/>
        </pc:sldMkLst>
        <pc:spChg chg="add del mod">
          <ac:chgData name="Kim Kuhn" userId="174e878d-1695-46ad-892b-273f3286acff" providerId="ADAL" clId="{5904356F-026B-41A7-AD65-7D70A9C60FFA}" dt="2023-07-08T00:56:21.754" v="909" actId="478"/>
          <ac:spMkLst>
            <pc:docMk/>
            <pc:sldMk cId="1737239414" sldId="2145705886"/>
            <ac:spMk id="2" creationId="{FAEE9BDC-06D0-9B62-84F0-5D10B869166A}"/>
          </ac:spMkLst>
        </pc:spChg>
        <pc:spChg chg="add mod">
          <ac:chgData name="Kim Kuhn" userId="174e878d-1695-46ad-892b-273f3286acff" providerId="ADAL" clId="{5904356F-026B-41A7-AD65-7D70A9C60FFA}" dt="2023-07-08T01:08:52.299" v="1483" actId="207"/>
          <ac:spMkLst>
            <pc:docMk/>
            <pc:sldMk cId="1737239414" sldId="2145705886"/>
            <ac:spMk id="3" creationId="{1389705F-D624-E080-7A6A-4E191EE50D1E}"/>
          </ac:spMkLst>
        </pc:spChg>
        <pc:spChg chg="add del mod">
          <ac:chgData name="Kim Kuhn" userId="174e878d-1695-46ad-892b-273f3286acff" providerId="ADAL" clId="{5904356F-026B-41A7-AD65-7D70A9C60FFA}" dt="2023-07-08T01:08:08.595" v="1433" actId="478"/>
          <ac:spMkLst>
            <pc:docMk/>
            <pc:sldMk cId="1737239414" sldId="2145705886"/>
            <ac:spMk id="4" creationId="{43A308D8-A86C-A828-6975-6AA4511331F7}"/>
          </ac:spMkLst>
        </pc:spChg>
        <pc:spChg chg="add mod">
          <ac:chgData name="Kim Kuhn" userId="174e878d-1695-46ad-892b-273f3286acff" providerId="ADAL" clId="{5904356F-026B-41A7-AD65-7D70A9C60FFA}" dt="2023-07-08T01:12:52.495" v="1657" actId="403"/>
          <ac:spMkLst>
            <pc:docMk/>
            <pc:sldMk cId="1737239414" sldId="2145705886"/>
            <ac:spMk id="5" creationId="{500BEA31-49FE-EC1A-A794-F65D5EEA45A1}"/>
          </ac:spMkLst>
        </pc:spChg>
        <pc:spChg chg="add mod">
          <ac:chgData name="Kim Kuhn" userId="174e878d-1695-46ad-892b-273f3286acff" providerId="ADAL" clId="{5904356F-026B-41A7-AD65-7D70A9C60FFA}" dt="2023-07-08T01:08:09.382" v="1434"/>
          <ac:spMkLst>
            <pc:docMk/>
            <pc:sldMk cId="1737239414" sldId="2145705886"/>
            <ac:spMk id="6" creationId="{14B75AE4-DA1B-6657-4903-1FB414E0ABDA}"/>
          </ac:spMkLst>
        </pc:spChg>
        <pc:spChg chg="mod">
          <ac:chgData name="Kim Kuhn" userId="174e878d-1695-46ad-892b-273f3286acff" providerId="ADAL" clId="{5904356F-026B-41A7-AD65-7D70A9C60FFA}" dt="2023-07-08T00:56:45.534" v="928" actId="20577"/>
          <ac:spMkLst>
            <pc:docMk/>
            <pc:sldMk cId="1737239414" sldId="2145705886"/>
            <ac:spMk id="7" creationId="{BE7BA73C-DCBC-D034-26E9-D61D04B4AA17}"/>
          </ac:spMkLst>
        </pc:spChg>
        <pc:spChg chg="del">
          <ac:chgData name="Kim Kuhn" userId="174e878d-1695-46ad-892b-273f3286acff" providerId="ADAL" clId="{5904356F-026B-41A7-AD65-7D70A9C60FFA}" dt="2023-07-08T00:56:32.285" v="910" actId="478"/>
          <ac:spMkLst>
            <pc:docMk/>
            <pc:sldMk cId="1737239414" sldId="2145705886"/>
            <ac:spMk id="8" creationId="{CFAE64AB-DB88-3C5A-6813-EAC2DD32B21A}"/>
          </ac:spMkLst>
        </pc:spChg>
        <pc:spChg chg="mod">
          <ac:chgData name="Kim Kuhn" userId="174e878d-1695-46ad-892b-273f3286acff" providerId="ADAL" clId="{5904356F-026B-41A7-AD65-7D70A9C60FFA}" dt="2023-07-08T00:56:04.465" v="906" actId="1037"/>
          <ac:spMkLst>
            <pc:docMk/>
            <pc:sldMk cId="1737239414" sldId="2145705886"/>
            <ac:spMk id="9" creationId="{FC1ECCE1-14B8-ADA1-6CB9-458E7F9E11D8}"/>
          </ac:spMkLst>
        </pc:spChg>
        <pc:spChg chg="mod">
          <ac:chgData name="Kim Kuhn" userId="174e878d-1695-46ad-892b-273f3286acff" providerId="ADAL" clId="{5904356F-026B-41A7-AD65-7D70A9C60FFA}" dt="2023-07-17T19:10:54.768" v="2070" actId="114"/>
          <ac:spMkLst>
            <pc:docMk/>
            <pc:sldMk cId="1737239414" sldId="2145705886"/>
            <ac:spMk id="10" creationId="{681D76AF-63C7-57EE-684E-498B2212363E}"/>
          </ac:spMkLst>
        </pc:spChg>
        <pc:spChg chg="del">
          <ac:chgData name="Kim Kuhn" userId="174e878d-1695-46ad-892b-273f3286acff" providerId="ADAL" clId="{5904356F-026B-41A7-AD65-7D70A9C60FFA}" dt="2023-07-08T00:54:35.485" v="863" actId="478"/>
          <ac:spMkLst>
            <pc:docMk/>
            <pc:sldMk cId="1737239414" sldId="2145705886"/>
            <ac:spMk id="13" creationId="{A8EBDEEA-CD44-091F-4626-D12701342270}"/>
          </ac:spMkLst>
        </pc:spChg>
        <pc:graphicFrameChg chg="mod">
          <ac:chgData name="Kim Kuhn" userId="174e878d-1695-46ad-892b-273f3286acff" providerId="ADAL" clId="{5904356F-026B-41A7-AD65-7D70A9C60FFA}" dt="2023-07-08T01:08:33.047" v="1456" actId="403"/>
          <ac:graphicFrameMkLst>
            <pc:docMk/>
            <pc:sldMk cId="1737239414" sldId="2145705886"/>
            <ac:graphicFrameMk id="11" creationId="{84E7F23C-68E3-3CB7-1294-9E97E5AF602F}"/>
          </ac:graphicFrameMkLst>
        </pc:graphicFrameChg>
      </pc:sldChg>
      <pc:sldChg chg="delSp modSp new mod">
        <pc:chgData name="Kim Kuhn" userId="174e878d-1695-46ad-892b-273f3286acff" providerId="ADAL" clId="{5904356F-026B-41A7-AD65-7D70A9C60FFA}" dt="2023-07-05T21:28:21.722" v="90" actId="1076"/>
        <pc:sldMkLst>
          <pc:docMk/>
          <pc:sldMk cId="1395948400" sldId="2145705887"/>
        </pc:sldMkLst>
        <pc:spChg chg="del">
          <ac:chgData name="Kim Kuhn" userId="174e878d-1695-46ad-892b-273f3286acff" providerId="ADAL" clId="{5904356F-026B-41A7-AD65-7D70A9C60FFA}" dt="2023-07-05T21:28:08.282" v="82" actId="478"/>
          <ac:spMkLst>
            <pc:docMk/>
            <pc:sldMk cId="1395948400" sldId="2145705887"/>
            <ac:spMk id="2" creationId="{4F77FD0B-EF39-AF6E-F731-AFCF0ED1AE44}"/>
          </ac:spMkLst>
        </pc:spChg>
        <pc:spChg chg="mod">
          <ac:chgData name="Kim Kuhn" userId="174e878d-1695-46ad-892b-273f3286acff" providerId="ADAL" clId="{5904356F-026B-41A7-AD65-7D70A9C60FFA}" dt="2023-07-05T21:28:21.722" v="90" actId="1076"/>
          <ac:spMkLst>
            <pc:docMk/>
            <pc:sldMk cId="1395948400" sldId="2145705887"/>
            <ac:spMk id="3" creationId="{7722D84A-4014-BA98-6427-92BF6D899A9C}"/>
          </ac:spMkLst>
        </pc:spChg>
        <pc:spChg chg="del">
          <ac:chgData name="Kim Kuhn" userId="174e878d-1695-46ad-892b-273f3286acff" providerId="ADAL" clId="{5904356F-026B-41A7-AD65-7D70A9C60FFA}" dt="2023-07-05T21:28:07.084" v="81" actId="478"/>
          <ac:spMkLst>
            <pc:docMk/>
            <pc:sldMk cId="1395948400" sldId="2145705887"/>
            <ac:spMk id="4" creationId="{F3AC5B16-C5EF-511A-0C1B-C95E44C53E51}"/>
          </ac:spMkLst>
        </pc:spChg>
      </pc:sldChg>
      <pc:sldChg chg="modSp add del mod">
        <pc:chgData name="Kim Kuhn" userId="174e878d-1695-46ad-892b-273f3286acff" providerId="ADAL" clId="{5904356F-026B-41A7-AD65-7D70A9C60FFA}" dt="2023-07-27T20:07:58.106" v="2112" actId="47"/>
        <pc:sldMkLst>
          <pc:docMk/>
          <pc:sldMk cId="1346621428" sldId="2145705888"/>
        </pc:sldMkLst>
        <pc:spChg chg="mod">
          <ac:chgData name="Kim Kuhn" userId="174e878d-1695-46ad-892b-273f3286acff" providerId="ADAL" clId="{5904356F-026B-41A7-AD65-7D70A9C60FFA}" dt="2023-07-05T21:28:37.962" v="92" actId="6549"/>
          <ac:spMkLst>
            <pc:docMk/>
            <pc:sldMk cId="1346621428" sldId="2145705888"/>
            <ac:spMk id="3" creationId="{7722D84A-4014-BA98-6427-92BF6D899A9C}"/>
          </ac:spMkLst>
        </pc:spChg>
      </pc:sldChg>
      <pc:sldChg chg="modSp add del mod">
        <pc:chgData name="Kim Kuhn" userId="174e878d-1695-46ad-892b-273f3286acff" providerId="ADAL" clId="{5904356F-026B-41A7-AD65-7D70A9C60FFA}" dt="2023-07-27T20:07:58.106" v="2112" actId="47"/>
        <pc:sldMkLst>
          <pc:docMk/>
          <pc:sldMk cId="1066350742" sldId="2145705889"/>
        </pc:sldMkLst>
        <pc:spChg chg="mod">
          <ac:chgData name="Kim Kuhn" userId="174e878d-1695-46ad-892b-273f3286acff" providerId="ADAL" clId="{5904356F-026B-41A7-AD65-7D70A9C60FFA}" dt="2023-07-05T21:31:37.745" v="114" actId="207"/>
          <ac:spMkLst>
            <pc:docMk/>
            <pc:sldMk cId="1066350742" sldId="2145705889"/>
            <ac:spMk id="4" creationId="{812FF518-B262-1F0F-45C1-09D6F9433118}"/>
          </ac:spMkLst>
        </pc:spChg>
        <pc:spChg chg="mod">
          <ac:chgData name="Kim Kuhn" userId="174e878d-1695-46ad-892b-273f3286acff" providerId="ADAL" clId="{5904356F-026B-41A7-AD65-7D70A9C60FFA}" dt="2023-07-05T21:31:52.776" v="116" actId="207"/>
          <ac:spMkLst>
            <pc:docMk/>
            <pc:sldMk cId="1066350742" sldId="2145705889"/>
            <ac:spMk id="5" creationId="{A78CA7EC-6E09-F990-5DFB-C49ABCCA3A62}"/>
          </ac:spMkLst>
        </pc:spChg>
        <pc:spChg chg="mod">
          <ac:chgData name="Kim Kuhn" userId="174e878d-1695-46ad-892b-273f3286acff" providerId="ADAL" clId="{5904356F-026B-41A7-AD65-7D70A9C60FFA}" dt="2023-07-05T21:31:48.103" v="115" actId="207"/>
          <ac:spMkLst>
            <pc:docMk/>
            <pc:sldMk cId="1066350742" sldId="2145705889"/>
            <ac:spMk id="10" creationId="{972FD972-DFEF-A0F2-C9C3-16E7DD366E51}"/>
          </ac:spMkLst>
        </pc:spChg>
      </pc:sldChg>
      <pc:sldChg chg="add del">
        <pc:chgData name="Kim Kuhn" userId="174e878d-1695-46ad-892b-273f3286acff" providerId="ADAL" clId="{5904356F-026B-41A7-AD65-7D70A9C60FFA}" dt="2023-07-08T01:13:34.801" v="1659" actId="47"/>
        <pc:sldMkLst>
          <pc:docMk/>
          <pc:sldMk cId="1768977247" sldId="2145705890"/>
        </pc:sldMkLst>
      </pc:sldChg>
      <pc:sldChg chg="addSp modSp add del mod">
        <pc:chgData name="Kim Kuhn" userId="174e878d-1695-46ad-892b-273f3286acff" providerId="ADAL" clId="{5904356F-026B-41A7-AD65-7D70A9C60FFA}" dt="2023-07-08T01:13:35.791" v="1660" actId="47"/>
        <pc:sldMkLst>
          <pc:docMk/>
          <pc:sldMk cId="968156086" sldId="2145705891"/>
        </pc:sldMkLst>
        <pc:spChg chg="add mod">
          <ac:chgData name="Kim Kuhn" userId="174e878d-1695-46ad-892b-273f3286acff" providerId="ADAL" clId="{5904356F-026B-41A7-AD65-7D70A9C60FFA}" dt="2023-07-06T18:16:13.474" v="260" actId="1076"/>
          <ac:spMkLst>
            <pc:docMk/>
            <pc:sldMk cId="968156086" sldId="2145705891"/>
            <ac:spMk id="4" creationId="{013D237B-040A-BED0-6669-FBDBA594EFBD}"/>
          </ac:spMkLst>
        </pc:spChg>
      </pc:sldChg>
      <pc:sldChg chg="add del ord">
        <pc:chgData name="Kim Kuhn" userId="174e878d-1695-46ad-892b-273f3286acff" providerId="ADAL" clId="{5904356F-026B-41A7-AD65-7D70A9C60FFA}" dt="2023-07-08T01:13:37.146" v="1661" actId="47"/>
        <pc:sldMkLst>
          <pc:docMk/>
          <pc:sldMk cId="4260186059" sldId="2145705892"/>
        </pc:sldMkLst>
      </pc:sldChg>
      <pc:sldChg chg="addSp modSp add mod ord">
        <pc:chgData name="Kim Kuhn" userId="174e878d-1695-46ad-892b-273f3286acff" providerId="ADAL" clId="{5904356F-026B-41A7-AD65-7D70A9C60FFA}" dt="2023-08-01T13:11:51.728" v="3002" actId="20577"/>
        <pc:sldMkLst>
          <pc:docMk/>
          <pc:sldMk cId="68545958" sldId="2145705893"/>
        </pc:sldMkLst>
        <pc:spChg chg="add mod">
          <ac:chgData name="Kim Kuhn" userId="174e878d-1695-46ad-892b-273f3286acff" providerId="ADAL" clId="{5904356F-026B-41A7-AD65-7D70A9C60FFA}" dt="2023-08-01T13:11:34.211" v="2982" actId="14100"/>
          <ac:spMkLst>
            <pc:docMk/>
            <pc:sldMk cId="68545958" sldId="2145705893"/>
            <ac:spMk id="2" creationId="{3939D3BA-86F4-5E4B-7FD3-171E8F692B1F}"/>
          </ac:spMkLst>
        </pc:spChg>
        <pc:spChg chg="mod">
          <ac:chgData name="Kim Kuhn" userId="174e878d-1695-46ad-892b-273f3286acff" providerId="ADAL" clId="{5904356F-026B-41A7-AD65-7D70A9C60FFA}" dt="2023-07-08T01:16:08.390" v="1726" actId="20577"/>
          <ac:spMkLst>
            <pc:docMk/>
            <pc:sldMk cId="68545958" sldId="2145705893"/>
            <ac:spMk id="2" creationId="{B4CF271D-F028-14D8-C0DA-AC100D2B4FA4}"/>
          </ac:spMkLst>
        </pc:spChg>
        <pc:spChg chg="mod">
          <ac:chgData name="Kim Kuhn" userId="174e878d-1695-46ad-892b-273f3286acff" providerId="ADAL" clId="{5904356F-026B-41A7-AD65-7D70A9C60FFA}" dt="2023-07-27T20:13:31.777" v="2268" actId="1036"/>
          <ac:spMkLst>
            <pc:docMk/>
            <pc:sldMk cId="68545958" sldId="2145705893"/>
            <ac:spMk id="22" creationId="{27146F35-5ECF-71F3-17AE-8E50E2175B43}"/>
          </ac:spMkLst>
        </pc:spChg>
        <pc:spChg chg="mod">
          <ac:chgData name="Kim Kuhn" userId="174e878d-1695-46ad-892b-273f3286acff" providerId="ADAL" clId="{5904356F-026B-41A7-AD65-7D70A9C60FFA}" dt="2023-07-27T20:13:36.159" v="2287" actId="1035"/>
          <ac:spMkLst>
            <pc:docMk/>
            <pc:sldMk cId="68545958" sldId="2145705893"/>
            <ac:spMk id="47" creationId="{69ED118D-F4D0-33DC-F15A-92B7F656213B}"/>
          </ac:spMkLst>
        </pc:spChg>
        <pc:graphicFrameChg chg="mod">
          <ac:chgData name="Kim Kuhn" userId="174e878d-1695-46ad-892b-273f3286acff" providerId="ADAL" clId="{5904356F-026B-41A7-AD65-7D70A9C60FFA}" dt="2023-07-27T20:13:42.179" v="2304" actId="1038"/>
          <ac:graphicFrameMkLst>
            <pc:docMk/>
            <pc:sldMk cId="68545958" sldId="2145705893"/>
            <ac:graphicFrameMk id="18" creationId="{718F5661-4896-1910-706D-1815A1C9C651}"/>
          </ac:graphicFrameMkLst>
        </pc:graphicFrameChg>
        <pc:graphicFrameChg chg="mod modGraphic">
          <ac:chgData name="Kim Kuhn" userId="174e878d-1695-46ad-892b-273f3286acff" providerId="ADAL" clId="{5904356F-026B-41A7-AD65-7D70A9C60FFA}" dt="2023-08-01T13:11:51.728" v="3002" actId="20577"/>
          <ac:graphicFrameMkLst>
            <pc:docMk/>
            <pc:sldMk cId="68545958" sldId="2145705893"/>
            <ac:graphicFrameMk id="20" creationId="{0C8806DA-E0F3-77EA-6E0B-594A6328202D}"/>
          </ac:graphicFrameMkLst>
        </pc:graphicFrameChg>
      </pc:sldChg>
      <pc:sldChg chg="addSp delSp modSp add mod">
        <pc:chgData name="Kim Kuhn" userId="174e878d-1695-46ad-892b-273f3286acff" providerId="ADAL" clId="{5904356F-026B-41A7-AD65-7D70A9C60FFA}" dt="2023-08-10T18:21:17.137" v="3640" actId="20577"/>
        <pc:sldMkLst>
          <pc:docMk/>
          <pc:sldMk cId="808945795" sldId="2145705894"/>
        </pc:sldMkLst>
        <pc:spChg chg="add mod">
          <ac:chgData name="Kim Kuhn" userId="174e878d-1695-46ad-892b-273f3286acff" providerId="ADAL" clId="{5904356F-026B-41A7-AD65-7D70A9C60FFA}" dt="2023-08-10T18:21:17.137" v="3640" actId="20577"/>
          <ac:spMkLst>
            <pc:docMk/>
            <pc:sldMk cId="808945795" sldId="2145705894"/>
            <ac:spMk id="3" creationId="{D5DD8049-6734-6B1F-6F44-E610A17EE355}"/>
          </ac:spMkLst>
        </pc:spChg>
        <pc:spChg chg="del">
          <ac:chgData name="Kim Kuhn" userId="174e878d-1695-46ad-892b-273f3286acff" providerId="ADAL" clId="{5904356F-026B-41A7-AD65-7D70A9C60FFA}" dt="2023-07-05T21:30:32.303" v="107" actId="478"/>
          <ac:spMkLst>
            <pc:docMk/>
            <pc:sldMk cId="808945795" sldId="2145705894"/>
            <ac:spMk id="3" creationId="{D9A6F876-B3F3-0D0E-301E-A92ABEA4AAA9}"/>
          </ac:spMkLst>
        </pc:spChg>
        <pc:spChg chg="mod">
          <ac:chgData name="Kim Kuhn" userId="174e878d-1695-46ad-892b-273f3286acff" providerId="ADAL" clId="{5904356F-026B-41A7-AD65-7D70A9C60FFA}" dt="2023-08-01T13:12:14.843" v="3016" actId="20577"/>
          <ac:spMkLst>
            <pc:docMk/>
            <pc:sldMk cId="808945795" sldId="2145705894"/>
            <ac:spMk id="22" creationId="{76697207-0A9A-47C4-BBBC-397BC4819E81}"/>
          </ac:spMkLst>
        </pc:spChg>
        <pc:spChg chg="mod">
          <ac:chgData name="Kim Kuhn" userId="174e878d-1695-46ad-892b-273f3286acff" providerId="ADAL" clId="{5904356F-026B-41A7-AD65-7D70A9C60FFA}" dt="2023-07-08T01:18:06.144" v="1791" actId="404"/>
          <ac:spMkLst>
            <pc:docMk/>
            <pc:sldMk cId="808945795" sldId="2145705894"/>
            <ac:spMk id="41" creationId="{5338E86D-5001-42C6-B874-0C72998E294E}"/>
          </ac:spMkLst>
        </pc:spChg>
        <pc:spChg chg="mod">
          <ac:chgData name="Kim Kuhn" userId="174e878d-1695-46ad-892b-273f3286acff" providerId="ADAL" clId="{5904356F-026B-41A7-AD65-7D70A9C60FFA}" dt="2023-07-08T01:22:21.890" v="1935" actId="1037"/>
          <ac:spMkLst>
            <pc:docMk/>
            <pc:sldMk cId="808945795" sldId="2145705894"/>
            <ac:spMk id="43" creationId="{1AB25794-CEFF-4558-82BE-6501B0F48008}"/>
          </ac:spMkLst>
        </pc:spChg>
        <pc:graphicFrameChg chg="mod">
          <ac:chgData name="Kim Kuhn" userId="174e878d-1695-46ad-892b-273f3286acff" providerId="ADAL" clId="{5904356F-026B-41A7-AD65-7D70A9C60FFA}" dt="2023-08-10T18:20:37.495" v="3624"/>
          <ac:graphicFrameMkLst>
            <pc:docMk/>
            <pc:sldMk cId="808945795" sldId="2145705894"/>
            <ac:graphicFrameMk id="36" creationId="{FDE27C9E-F57E-4E76-9ACD-8A7247605915}"/>
          </ac:graphicFrameMkLst>
        </pc:graphicFrameChg>
      </pc:sldChg>
      <pc:sldChg chg="addSp delSp modSp add mod">
        <pc:chgData name="Kim Kuhn" userId="174e878d-1695-46ad-892b-273f3286acff" providerId="ADAL" clId="{5904356F-026B-41A7-AD65-7D70A9C60FFA}" dt="2023-08-01T13:13:05.059" v="3034" actId="20577"/>
        <pc:sldMkLst>
          <pc:docMk/>
          <pc:sldMk cId="3493505058" sldId="2145705895"/>
        </pc:sldMkLst>
        <pc:spChg chg="mod">
          <ac:chgData name="Kim Kuhn" userId="174e878d-1695-46ad-892b-273f3286acff" providerId="ADAL" clId="{5904356F-026B-41A7-AD65-7D70A9C60FFA}" dt="2023-08-01T13:13:05.059" v="3034" actId="20577"/>
          <ac:spMkLst>
            <pc:docMk/>
            <pc:sldMk cId="3493505058" sldId="2145705895"/>
            <ac:spMk id="2" creationId="{7F0BC354-378A-B4C5-E0EB-F9E434185C1E}"/>
          </ac:spMkLst>
        </pc:spChg>
        <pc:spChg chg="add del mod">
          <ac:chgData name="Kim Kuhn" userId="174e878d-1695-46ad-892b-273f3286acff" providerId="ADAL" clId="{5904356F-026B-41A7-AD65-7D70A9C60FFA}" dt="2023-07-08T01:15:18.730" v="1697"/>
          <ac:spMkLst>
            <pc:docMk/>
            <pc:sldMk cId="3493505058" sldId="2145705895"/>
            <ac:spMk id="2" creationId="{9318259A-6286-6667-808C-14E1C14F7A2B}"/>
          </ac:spMkLst>
        </pc:spChg>
        <pc:spChg chg="mod">
          <ac:chgData name="Kim Kuhn" userId="174e878d-1695-46ad-892b-273f3286acff" providerId="ADAL" clId="{5904356F-026B-41A7-AD65-7D70A9C60FFA}" dt="2023-08-01T13:12:25.013" v="3018" actId="20577"/>
          <ac:spMkLst>
            <pc:docMk/>
            <pc:sldMk cId="3493505058" sldId="2145705895"/>
            <ac:spMk id="7" creationId="{38999B87-219F-48EA-B475-AA1A95C4778D}"/>
          </ac:spMkLst>
        </pc:spChg>
        <pc:spChg chg="add mod">
          <ac:chgData name="Kim Kuhn" userId="174e878d-1695-46ad-892b-273f3286acff" providerId="ADAL" clId="{5904356F-026B-41A7-AD65-7D70A9C60FFA}" dt="2023-07-08T01:16:55.560" v="1778" actId="1035"/>
          <ac:spMkLst>
            <pc:docMk/>
            <pc:sldMk cId="3493505058" sldId="2145705895"/>
            <ac:spMk id="9" creationId="{98CB56E6-2BB2-B252-480E-48013D6AFD25}"/>
          </ac:spMkLst>
        </pc:spChg>
        <pc:spChg chg="del">
          <ac:chgData name="Kim Kuhn" userId="174e878d-1695-46ad-892b-273f3286acff" providerId="ADAL" clId="{5904356F-026B-41A7-AD65-7D70A9C60FFA}" dt="2023-07-05T21:30:29.501" v="106" actId="478"/>
          <ac:spMkLst>
            <pc:docMk/>
            <pc:sldMk cId="3493505058" sldId="2145705895"/>
            <ac:spMk id="10" creationId="{B123261C-08CD-0008-BFE0-0945DD98F701}"/>
          </ac:spMkLst>
        </pc:spChg>
        <pc:spChg chg="mod">
          <ac:chgData name="Kim Kuhn" userId="174e878d-1695-46ad-892b-273f3286acff" providerId="ADAL" clId="{5904356F-026B-41A7-AD65-7D70A9C60FFA}" dt="2023-07-08T01:16:50.320" v="1775" actId="1037"/>
          <ac:spMkLst>
            <pc:docMk/>
            <pc:sldMk cId="3493505058" sldId="2145705895"/>
            <ac:spMk id="14" creationId="{9C586CDB-F2D3-839C-0B51-4D793D77E624}"/>
          </ac:spMkLst>
        </pc:spChg>
        <pc:graphicFrameChg chg="mod">
          <ac:chgData name="Kim Kuhn" userId="174e878d-1695-46ad-892b-273f3286acff" providerId="ADAL" clId="{5904356F-026B-41A7-AD65-7D70A9C60FFA}" dt="2023-07-08T01:23:16.059" v="1936" actId="207"/>
          <ac:graphicFrameMkLst>
            <pc:docMk/>
            <pc:sldMk cId="3493505058" sldId="2145705895"/>
            <ac:graphicFrameMk id="6" creationId="{68A2B8BF-4A1F-421A-950C-02E4220C3970}"/>
          </ac:graphicFrameMkLst>
        </pc:graphicFrameChg>
      </pc:sldChg>
      <pc:sldChg chg="addSp delSp modSp add del mod">
        <pc:chgData name="Kim Kuhn" userId="174e878d-1695-46ad-892b-273f3286acff" providerId="ADAL" clId="{5904356F-026B-41A7-AD65-7D70A9C60FFA}" dt="2023-07-06T18:13:55.100" v="234" actId="47"/>
        <pc:sldMkLst>
          <pc:docMk/>
          <pc:sldMk cId="3718857406" sldId="2145705896"/>
        </pc:sldMkLst>
        <pc:graphicFrameChg chg="add mod">
          <ac:chgData name="Kim Kuhn" userId="174e878d-1695-46ad-892b-273f3286acff" providerId="ADAL" clId="{5904356F-026B-41A7-AD65-7D70A9C60FFA}" dt="2023-07-05T21:29:58.799" v="105" actId="207"/>
          <ac:graphicFrameMkLst>
            <pc:docMk/>
            <pc:sldMk cId="3718857406" sldId="2145705896"/>
            <ac:graphicFrameMk id="2" creationId="{1D4D7009-C049-7BC2-BDAF-0641EB656255}"/>
          </ac:graphicFrameMkLst>
        </pc:graphicFrameChg>
        <pc:graphicFrameChg chg="del">
          <ac:chgData name="Kim Kuhn" userId="174e878d-1695-46ad-892b-273f3286acff" providerId="ADAL" clId="{5904356F-026B-41A7-AD65-7D70A9C60FFA}" dt="2023-07-05T21:29:51.606" v="102" actId="478"/>
          <ac:graphicFrameMkLst>
            <pc:docMk/>
            <pc:sldMk cId="3718857406" sldId="2145705896"/>
            <ac:graphicFrameMk id="11" creationId="{84E7F23C-68E3-3CB7-1294-9E97E5AF602F}"/>
          </ac:graphicFrameMkLst>
        </pc:graphicFrameChg>
      </pc:sldChg>
      <pc:sldChg chg="delSp add del mod">
        <pc:chgData name="Kim Kuhn" userId="174e878d-1695-46ad-892b-273f3286acff" providerId="ADAL" clId="{5904356F-026B-41A7-AD65-7D70A9C60FFA}" dt="2023-07-08T01:14:05.162" v="1665" actId="47"/>
        <pc:sldMkLst>
          <pc:docMk/>
          <pc:sldMk cId="3390511958" sldId="2145705897"/>
        </pc:sldMkLst>
        <pc:spChg chg="del">
          <ac:chgData name="Kim Kuhn" userId="174e878d-1695-46ad-892b-273f3286acff" providerId="ADAL" clId="{5904356F-026B-41A7-AD65-7D70A9C60FFA}" dt="2023-07-05T21:30:38.637" v="109" actId="478"/>
          <ac:spMkLst>
            <pc:docMk/>
            <pc:sldMk cId="3390511958" sldId="2145705897"/>
            <ac:spMk id="9" creationId="{C1391031-C244-9C70-7B44-C592988D1706}"/>
          </ac:spMkLst>
        </pc:spChg>
      </pc:sldChg>
      <pc:sldChg chg="addSp modSp add del">
        <pc:chgData name="Kim Kuhn" userId="174e878d-1695-46ad-892b-273f3286acff" providerId="ADAL" clId="{5904356F-026B-41A7-AD65-7D70A9C60FFA}" dt="2023-07-08T01:13:39.336" v="1662" actId="47"/>
        <pc:sldMkLst>
          <pc:docMk/>
          <pc:sldMk cId="746568539" sldId="2145705898"/>
        </pc:sldMkLst>
        <pc:spChg chg="add mod">
          <ac:chgData name="Kim Kuhn" userId="174e878d-1695-46ad-892b-273f3286acff" providerId="ADAL" clId="{5904356F-026B-41A7-AD65-7D70A9C60FFA}" dt="2023-07-06T18:16:16.564" v="261"/>
          <ac:spMkLst>
            <pc:docMk/>
            <pc:sldMk cId="746568539" sldId="2145705898"/>
            <ac:spMk id="2" creationId="{F8EF88B0-1401-DCE9-275A-B96A7FE76898}"/>
          </ac:spMkLst>
        </pc:spChg>
      </pc:sldChg>
      <pc:sldChg chg="add del">
        <pc:chgData name="Kim Kuhn" userId="174e878d-1695-46ad-892b-273f3286acff" providerId="ADAL" clId="{5904356F-026B-41A7-AD65-7D70A9C60FFA}" dt="2023-07-17T19:11:12.807" v="2072" actId="47"/>
        <pc:sldMkLst>
          <pc:docMk/>
          <pc:sldMk cId="2739864117" sldId="2145705898"/>
        </pc:sldMkLst>
      </pc:sldChg>
      <pc:sldChg chg="modSp add del mod">
        <pc:chgData name="Kim Kuhn" userId="174e878d-1695-46ad-892b-273f3286acff" providerId="ADAL" clId="{5904356F-026B-41A7-AD65-7D70A9C60FFA}" dt="2023-07-17T19:11:17.856" v="2074" actId="47"/>
        <pc:sldMkLst>
          <pc:docMk/>
          <pc:sldMk cId="1280020108" sldId="2145705899"/>
        </pc:sldMkLst>
        <pc:spChg chg="mod">
          <ac:chgData name="Kim Kuhn" userId="174e878d-1695-46ad-892b-273f3286acff" providerId="ADAL" clId="{5904356F-026B-41A7-AD65-7D70A9C60FFA}" dt="2023-07-08T01:21:55.763" v="1896" actId="20577"/>
          <ac:spMkLst>
            <pc:docMk/>
            <pc:sldMk cId="1280020108" sldId="2145705899"/>
            <ac:spMk id="22" creationId="{F62600BD-3556-CA64-0399-9506FCC6DF11}"/>
          </ac:spMkLst>
        </pc:spChg>
      </pc:sldChg>
      <pc:sldChg chg="modSp add del mod">
        <pc:chgData name="Kim Kuhn" userId="174e878d-1695-46ad-892b-273f3286acff" providerId="ADAL" clId="{5904356F-026B-41A7-AD65-7D70A9C60FFA}" dt="2023-07-27T20:07:58.106" v="2112" actId="47"/>
        <pc:sldMkLst>
          <pc:docMk/>
          <pc:sldMk cId="3379442421" sldId="2145705900"/>
        </pc:sldMkLst>
        <pc:spChg chg="mod">
          <ac:chgData name="Kim Kuhn" userId="174e878d-1695-46ad-892b-273f3286acff" providerId="ADAL" clId="{5904356F-026B-41A7-AD65-7D70A9C60FFA}" dt="2023-07-08T01:22:01.129" v="1905" actId="20577"/>
          <ac:spMkLst>
            <pc:docMk/>
            <pc:sldMk cId="3379442421" sldId="2145705900"/>
            <ac:spMk id="8" creationId="{0EC92A4A-7424-BD48-E42B-ECFD1F1AEE10}"/>
          </ac:spMkLst>
        </pc:spChg>
      </pc:sldChg>
      <pc:sldChg chg="modSp add del mod">
        <pc:chgData name="Kim Kuhn" userId="174e878d-1695-46ad-892b-273f3286acff" providerId="ADAL" clId="{5904356F-026B-41A7-AD65-7D70A9C60FFA}" dt="2023-07-27T20:07:58.106" v="2112" actId="47"/>
        <pc:sldMkLst>
          <pc:docMk/>
          <pc:sldMk cId="3058166074" sldId="2145705901"/>
        </pc:sldMkLst>
        <pc:spChg chg="mod">
          <ac:chgData name="Kim Kuhn" userId="174e878d-1695-46ad-892b-273f3286acff" providerId="ADAL" clId="{5904356F-026B-41A7-AD65-7D70A9C60FFA}" dt="2023-07-08T01:22:06.732" v="1914" actId="20577"/>
          <ac:spMkLst>
            <pc:docMk/>
            <pc:sldMk cId="3058166074" sldId="2145705901"/>
            <ac:spMk id="6" creationId="{14B75AE4-DA1B-6657-4903-1FB414E0ABDA}"/>
          </ac:spMkLst>
        </pc:spChg>
      </pc:sldChg>
      <pc:sldChg chg="addSp delSp modSp add mod ord">
        <pc:chgData name="Kim Kuhn" userId="174e878d-1695-46ad-892b-273f3286acff" providerId="ADAL" clId="{5904356F-026B-41A7-AD65-7D70A9C60FFA}" dt="2023-08-01T14:33:44.368" v="3168" actId="207"/>
        <pc:sldMkLst>
          <pc:docMk/>
          <pc:sldMk cId="1983303383" sldId="2145705902"/>
        </pc:sldMkLst>
        <pc:spChg chg="add del mod">
          <ac:chgData name="Kim Kuhn" userId="174e878d-1695-46ad-892b-273f3286acff" providerId="ADAL" clId="{5904356F-026B-41A7-AD65-7D70A9C60FFA}" dt="2023-08-01T14:31:17.062" v="3119" actId="478"/>
          <ac:spMkLst>
            <pc:docMk/>
            <pc:sldMk cId="1983303383" sldId="2145705902"/>
            <ac:spMk id="2" creationId="{8DAE763A-4BA8-EA00-3B46-2AE727A9FD71}"/>
          </ac:spMkLst>
        </pc:spChg>
        <pc:spChg chg="mod">
          <ac:chgData name="Kim Kuhn" userId="174e878d-1695-46ad-892b-273f3286acff" providerId="ADAL" clId="{5904356F-026B-41A7-AD65-7D70A9C60FFA}" dt="2023-07-08T01:17:31.733" v="1787" actId="20577"/>
          <ac:spMkLst>
            <pc:docMk/>
            <pc:sldMk cId="1983303383" sldId="2145705902"/>
            <ac:spMk id="3" creationId="{6C72EB09-3B2D-72F9-AF93-4C94AE7FEEED}"/>
          </ac:spMkLst>
        </pc:spChg>
        <pc:spChg chg="mod">
          <ac:chgData name="Kim Kuhn" userId="174e878d-1695-46ad-892b-273f3286acff" providerId="ADAL" clId="{5904356F-026B-41A7-AD65-7D70A9C60FFA}" dt="2023-08-01T14:33:44.368" v="3168" actId="207"/>
          <ac:spMkLst>
            <pc:docMk/>
            <pc:sldMk cId="1983303383" sldId="2145705902"/>
            <ac:spMk id="16" creationId="{79A0058D-5F11-7121-4AFF-9E477D84CD12}"/>
          </ac:spMkLst>
        </pc:spChg>
        <pc:spChg chg="mod">
          <ac:chgData name="Kim Kuhn" userId="174e878d-1695-46ad-892b-273f3286acff" providerId="ADAL" clId="{5904356F-026B-41A7-AD65-7D70A9C60FFA}" dt="2023-08-01T14:32:07.836" v="3145" actId="207"/>
          <ac:spMkLst>
            <pc:docMk/>
            <pc:sldMk cId="1983303383" sldId="2145705902"/>
            <ac:spMk id="20" creationId="{F781F5C5-0677-E01D-6F84-58B67B02F7CB}"/>
          </ac:spMkLst>
        </pc:spChg>
      </pc:sldChg>
      <pc:sldChg chg="add del">
        <pc:chgData name="Kim Kuhn" userId="174e878d-1695-46ad-892b-273f3286acff" providerId="ADAL" clId="{5904356F-026B-41A7-AD65-7D70A9C60FFA}" dt="2023-07-27T20:07:58.106" v="2112" actId="47"/>
        <pc:sldMkLst>
          <pc:docMk/>
          <pc:sldMk cId="3104944698" sldId="2145705903"/>
        </pc:sldMkLst>
      </pc:sldChg>
      <pc:sldChg chg="addSp delSp modSp new mod">
        <pc:chgData name="Kim Kuhn" userId="174e878d-1695-46ad-892b-273f3286acff" providerId="ADAL" clId="{5904356F-026B-41A7-AD65-7D70A9C60FFA}" dt="2023-07-27T20:44:44.667" v="2424" actId="1076"/>
        <pc:sldMkLst>
          <pc:docMk/>
          <pc:sldMk cId="3399471008" sldId="2145705903"/>
        </pc:sldMkLst>
        <pc:spChg chg="del">
          <ac:chgData name="Kim Kuhn" userId="174e878d-1695-46ad-892b-273f3286acff" providerId="ADAL" clId="{5904356F-026B-41A7-AD65-7D70A9C60FFA}" dt="2023-07-27T20:26:28.396" v="2322" actId="478"/>
          <ac:spMkLst>
            <pc:docMk/>
            <pc:sldMk cId="3399471008" sldId="2145705903"/>
            <ac:spMk id="2" creationId="{58898B69-D283-E5D0-A630-58A6AD8188C4}"/>
          </ac:spMkLst>
        </pc:spChg>
        <pc:spChg chg="mod">
          <ac:chgData name="Kim Kuhn" userId="174e878d-1695-46ad-892b-273f3286acff" providerId="ADAL" clId="{5904356F-026B-41A7-AD65-7D70A9C60FFA}" dt="2023-07-27T20:26:25.436" v="2321" actId="20577"/>
          <ac:spMkLst>
            <pc:docMk/>
            <pc:sldMk cId="3399471008" sldId="2145705903"/>
            <ac:spMk id="3" creationId="{DB86404F-DEDA-34F4-7751-AC4EE8FC4DC2}"/>
          </ac:spMkLst>
        </pc:spChg>
        <pc:spChg chg="del">
          <ac:chgData name="Kim Kuhn" userId="174e878d-1695-46ad-892b-273f3286acff" providerId="ADAL" clId="{5904356F-026B-41A7-AD65-7D70A9C60FFA}" dt="2023-07-27T20:26:51.100" v="2323" actId="478"/>
          <ac:spMkLst>
            <pc:docMk/>
            <pc:sldMk cId="3399471008" sldId="2145705903"/>
            <ac:spMk id="4" creationId="{808E2F84-9576-F5C3-7421-7E831AB8E360}"/>
          </ac:spMkLst>
        </pc:spChg>
        <pc:graphicFrameChg chg="add mod">
          <ac:chgData name="Kim Kuhn" userId="174e878d-1695-46ad-892b-273f3286acff" providerId="ADAL" clId="{5904356F-026B-41A7-AD65-7D70A9C60FFA}" dt="2023-07-27T20:44:44.667" v="2424" actId="1076"/>
          <ac:graphicFrameMkLst>
            <pc:docMk/>
            <pc:sldMk cId="3399471008" sldId="2145705903"/>
            <ac:graphicFrameMk id="6" creationId="{F0BC0B3D-7D81-A5A4-0391-4BC7CDDECB78}"/>
          </ac:graphicFrameMkLst>
        </pc:graphicFrameChg>
        <pc:graphicFrameChg chg="add mod">
          <ac:chgData name="Kim Kuhn" userId="174e878d-1695-46ad-892b-273f3286acff" providerId="ADAL" clId="{5904356F-026B-41A7-AD65-7D70A9C60FFA}" dt="2023-07-27T20:44:42.249" v="2423" actId="1076"/>
          <ac:graphicFrameMkLst>
            <pc:docMk/>
            <pc:sldMk cId="3399471008" sldId="2145705903"/>
            <ac:graphicFrameMk id="7" creationId="{4172D486-CDA0-7CCE-AB82-330D2F52F410}"/>
          </ac:graphicFrameMkLst>
        </pc:graphicFrameChg>
      </pc:sldChg>
      <pc:sldChg chg="add del">
        <pc:chgData name="Kim Kuhn" userId="174e878d-1695-46ad-892b-273f3286acff" providerId="ADAL" clId="{5904356F-026B-41A7-AD65-7D70A9C60FFA}" dt="2023-07-27T20:07:58.106" v="2112" actId="47"/>
        <pc:sldMkLst>
          <pc:docMk/>
          <pc:sldMk cId="50743239" sldId="2145705904"/>
        </pc:sldMkLst>
      </pc:sldChg>
      <pc:sldChg chg="addSp modSp new del mod">
        <pc:chgData name="Kim Kuhn" userId="174e878d-1695-46ad-892b-273f3286acff" providerId="ADAL" clId="{5904356F-026B-41A7-AD65-7D70A9C60FFA}" dt="2023-08-01T19:19:17.610" v="3170" actId="47"/>
        <pc:sldMkLst>
          <pc:docMk/>
          <pc:sldMk cId="2904275280" sldId="2145705904"/>
        </pc:sldMkLst>
        <pc:spChg chg="add mod">
          <ac:chgData name="Kim Kuhn" userId="174e878d-1695-46ad-892b-273f3286acff" providerId="ADAL" clId="{5904356F-026B-41A7-AD65-7D70A9C60FFA}" dt="2023-08-01T14:15:03.533" v="3076" actId="20577"/>
          <ac:spMkLst>
            <pc:docMk/>
            <pc:sldMk cId="2904275280" sldId="2145705904"/>
            <ac:spMk id="3" creationId="{065D3927-D269-14A4-EFCA-436526917B37}"/>
          </ac:spMkLst>
        </pc:spChg>
      </pc:sldChg>
      <pc:sldChg chg="add del">
        <pc:chgData name="Kim Kuhn" userId="174e878d-1695-46ad-892b-273f3286acff" providerId="ADAL" clId="{5904356F-026B-41A7-AD65-7D70A9C60FFA}" dt="2023-08-10T18:14:26.133" v="3492" actId="47"/>
        <pc:sldMkLst>
          <pc:docMk/>
          <pc:sldMk cId="1332647835" sldId="2145705905"/>
        </pc:sldMkLst>
      </pc:sldChg>
      <pc:sldMasterChg chg="delSldLayout">
        <pc:chgData name="Kim Kuhn" userId="174e878d-1695-46ad-892b-273f3286acff" providerId="ADAL" clId="{5904356F-026B-41A7-AD65-7D70A9C60FFA}" dt="2023-07-27T20:07:58.106" v="2112" actId="47"/>
        <pc:sldMasterMkLst>
          <pc:docMk/>
          <pc:sldMasterMk cId="2334771472" sldId="2147483969"/>
        </pc:sldMasterMkLst>
        <pc:sldLayoutChg chg="del">
          <pc:chgData name="Kim Kuhn" userId="174e878d-1695-46ad-892b-273f3286acff" providerId="ADAL" clId="{5904356F-026B-41A7-AD65-7D70A9C60FFA}" dt="2023-07-27T20:07:58.106" v="2112" actId="47"/>
          <pc:sldLayoutMkLst>
            <pc:docMk/>
            <pc:sldMasterMk cId="2334771472" sldId="2147483969"/>
            <pc:sldLayoutMk cId="987665097" sldId="2147484184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C6AD6A6-12E0-B803-834F-6CF7E51DFD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1D1020-A15B-A4EE-A071-CAC4D97E02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777C0D-1628-4644-BAD9-5C5CD670C437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B942B5-6A4B-7635-A22E-3DCA5BB880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04D0B-8B02-0CE4-1114-CB1791E2E1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97313" y="8829675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AE41A8-263A-481F-AC3A-9B40ECD01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284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393FCD57-69C8-9F4A-96E8-8A7BEA4E6C47}" type="datetimeFigureOut">
              <a:rPr lang="en-US" smtClean="0"/>
              <a:t>12/12/2024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8182" y="1162051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73892"/>
            <a:ext cx="5505450" cy="3660458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0E11710E-28D8-914B-B83E-35213858E8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711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alina"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D0734B-0AB1-1F85-C68A-F7F7EDAC1D41}"/>
              </a:ext>
            </a:extLst>
          </p:cNvPr>
          <p:cNvSpPr/>
          <p:nvPr userDrawn="1"/>
        </p:nvSpPr>
        <p:spPr>
          <a:xfrm>
            <a:off x="0" y="4081565"/>
            <a:ext cx="12192000" cy="2813859"/>
          </a:xfrm>
          <a:prstGeom prst="rect">
            <a:avLst/>
          </a:prstGeom>
          <a:solidFill>
            <a:schemeClr val="accent5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60949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898EDE-804A-DC4A-A370-DD6D3396720E}"/>
              </a:ext>
            </a:extLst>
          </p:cNvPr>
          <p:cNvSpPr/>
          <p:nvPr userDrawn="1"/>
        </p:nvSpPr>
        <p:spPr>
          <a:xfrm>
            <a:off x="0" y="0"/>
            <a:ext cx="12197673" cy="4851794"/>
          </a:xfrm>
          <a:prstGeom prst="rect">
            <a:avLst/>
          </a:prstGeom>
          <a:solidFill>
            <a:srgbClr val="1F2B44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60949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D1D18B-814A-9133-7C97-E630DEF5C3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27" t="29367" r="6417" b="1899"/>
          <a:stretch/>
        </p:blipFill>
        <p:spPr>
          <a:xfrm>
            <a:off x="0" y="0"/>
            <a:ext cx="12192000" cy="48517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84AE06-A3D3-1CFA-C0D6-CB1036CF41D5}"/>
              </a:ext>
            </a:extLst>
          </p:cNvPr>
          <p:cNvSpPr txBox="1"/>
          <p:nvPr userDrawn="1"/>
        </p:nvSpPr>
        <p:spPr>
          <a:xfrm>
            <a:off x="6154100" y="2391716"/>
            <a:ext cx="579644" cy="769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60949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+ </a:t>
            </a:r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D56334FF-6BB0-AD99-0704-14ECD8FAB2E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820540" y="1675286"/>
            <a:ext cx="4171553" cy="220229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08BC792-9FA6-CF1C-5E06-473926719B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5369" y="2200189"/>
            <a:ext cx="5075670" cy="107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30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MR campaign trends"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ACF82494-C3B0-B6FA-299A-D15250479C33}"/>
              </a:ext>
            </a:extLst>
          </p:cNvPr>
          <p:cNvSpPr/>
          <p:nvPr userDrawn="1"/>
        </p:nvSpPr>
        <p:spPr>
          <a:xfrm>
            <a:off x="7494104" y="0"/>
            <a:ext cx="4697896" cy="685800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25AC491-8B18-5E4F-82E7-7D2308A8B10D}"/>
              </a:ext>
            </a:extLst>
          </p:cNvPr>
          <p:cNvSpPr txBox="1">
            <a:spLocks/>
          </p:cNvSpPr>
          <p:nvPr userDrawn="1"/>
        </p:nvSpPr>
        <p:spPr>
          <a:xfrm>
            <a:off x="84282" y="6524532"/>
            <a:ext cx="246776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888A8E"/>
                </a:solidFill>
                <a:latin typeface="+mn-lt"/>
                <a:ea typeface="Verdana" charset="0"/>
                <a:cs typeface="Verdana" charset="0"/>
              </a:rPr>
              <a:t>2023 Catalina Confidential</a:t>
            </a:r>
            <a:endParaRPr lang="en-US" sz="900" b="1" dirty="0">
              <a:solidFill>
                <a:srgbClr val="D99B36"/>
              </a:solidFill>
              <a:latin typeface="+mn-lt"/>
              <a:ea typeface="Verdana" charset="0"/>
              <a:cs typeface="Verdana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1B6B29-0CD6-35CA-1FB9-6AD73AAFD7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4188" y="6445731"/>
            <a:ext cx="1231377" cy="249959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654B61-C8EB-38FA-DE70-A88DF93A7305}"/>
              </a:ext>
            </a:extLst>
          </p:cNvPr>
          <p:cNvCxnSpPr/>
          <p:nvPr userDrawn="1"/>
        </p:nvCxnSpPr>
        <p:spPr>
          <a:xfrm>
            <a:off x="10618191" y="6438297"/>
            <a:ext cx="0" cy="249959"/>
          </a:xfrm>
          <a:prstGeom prst="line">
            <a:avLst/>
          </a:prstGeom>
          <a:ln w="222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EBCDCAE3-CCD0-0953-180B-A6A4FDE689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94629" y="6391006"/>
            <a:ext cx="6558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F38EE-6C61-744A-9158-9D39D79F3D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A46203-66EB-0EE6-A740-F1319C43832A}"/>
              </a:ext>
            </a:extLst>
          </p:cNvPr>
          <p:cNvSpPr/>
          <p:nvPr userDrawn="1"/>
        </p:nvSpPr>
        <p:spPr>
          <a:xfrm>
            <a:off x="8509473" y="967074"/>
            <a:ext cx="2839641" cy="999726"/>
          </a:xfrm>
          <a:prstGeom prst="rect">
            <a:avLst/>
          </a:prstGeom>
          <a:solidFill>
            <a:srgbClr val="7FA9B8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Dollars Moved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75891B-D687-363E-F944-ADD34A251543}"/>
              </a:ext>
            </a:extLst>
          </p:cNvPr>
          <p:cNvSpPr/>
          <p:nvPr userDrawn="1"/>
        </p:nvSpPr>
        <p:spPr>
          <a:xfrm>
            <a:off x="8530232" y="4518687"/>
            <a:ext cx="2839644" cy="999726"/>
          </a:xfrm>
          <a:prstGeom prst="rect">
            <a:avLst/>
          </a:prstGeom>
          <a:solidFill>
            <a:srgbClr val="E66749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Arial Black" panose="020B0A04020102020204" pitchFamily="34" charset="0"/>
              <a:cs typeface="Arial Black" panose="020B0604020202020204" pitchFamily="34" charset="0"/>
            </a:endParaRPr>
          </a:p>
          <a:p>
            <a:pPr algn="ctr"/>
            <a:endParaRPr lang="en-US" sz="1400" dirty="0">
              <a:solidFill>
                <a:schemeClr val="bg1"/>
              </a:solidFill>
              <a:latin typeface="Arial Black" panose="020B0A04020102020204" pitchFamily="34" charset="0"/>
              <a:cs typeface="Arial Black" panose="020B0604020202020204" pitchFamily="34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Arial Black" panose="020B0A04020102020204" pitchFamily="34" charset="0"/>
                <a:cs typeface="Arial Black" panose="020B0604020202020204" pitchFamily="34" charset="0"/>
              </a:rPr>
              <a:t>REPURCHASE</a:t>
            </a:r>
            <a:r>
              <a:rPr lang="en-US" sz="1400" dirty="0">
                <a:solidFill>
                  <a:schemeClr val="bg1"/>
                </a:solidFill>
                <a:cs typeface="Arial Black" panose="020B0604020202020204" pitchFamily="34" charset="0"/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Arial Black" panose="020B0A04020102020204" pitchFamily="34" charset="0"/>
                <a:cs typeface="Arial Black" panose="020B0604020202020204" pitchFamily="34" charset="0"/>
              </a:rPr>
              <a:t>RATE</a:t>
            </a:r>
            <a:r>
              <a:rPr lang="en-US" sz="1400" dirty="0">
                <a:solidFill>
                  <a:schemeClr val="bg1"/>
                </a:solidFill>
                <a:cs typeface="Arial Black" panose="020B0604020202020204" pitchFamily="34" charset="0"/>
              </a:rPr>
              <a:t> 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cs typeface="Arial Black" panose="020B0604020202020204" pitchFamily="34" charset="0"/>
              </a:rPr>
              <a:t>Among Campaign Participants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328388-27A3-E9EC-58A8-613167B776B2}"/>
              </a:ext>
            </a:extLst>
          </p:cNvPr>
          <p:cNvSpPr/>
          <p:nvPr userDrawn="1"/>
        </p:nvSpPr>
        <p:spPr>
          <a:xfrm>
            <a:off x="8530232" y="3398876"/>
            <a:ext cx="2839643" cy="9997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NEW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Buyers Acquired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E5804F-84AA-91B3-458F-987799722FA5}"/>
              </a:ext>
            </a:extLst>
          </p:cNvPr>
          <p:cNvSpPr/>
          <p:nvPr userDrawn="1"/>
        </p:nvSpPr>
        <p:spPr>
          <a:xfrm>
            <a:off x="8530232" y="2047461"/>
            <a:ext cx="2839642" cy="1212574"/>
          </a:xfrm>
          <a:prstGeom prst="rect">
            <a:avLst/>
          </a:prstGeom>
          <a:solidFill>
            <a:srgbClr val="F0C056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bg1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bg1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DOLLARS PER TRIP 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cs typeface="Arial Black" panose="020B0604020202020204" pitchFamily="34" charset="0"/>
              </a:rPr>
              <a:t>CHG vs 52 </a:t>
            </a:r>
            <a:r>
              <a:rPr lang="en-US" sz="1600" dirty="0" err="1">
                <a:solidFill>
                  <a:schemeClr val="bg1"/>
                </a:solidFill>
                <a:cs typeface="Arial Black" panose="020B0604020202020204" pitchFamily="34" charset="0"/>
              </a:rPr>
              <a:t>wks</a:t>
            </a:r>
            <a:r>
              <a:rPr lang="en-US" sz="1600" dirty="0">
                <a:solidFill>
                  <a:schemeClr val="bg1"/>
                </a:solidFill>
                <a:cs typeface="Arial Black" panose="020B0604020202020204" pitchFamily="34" charset="0"/>
              </a:rPr>
              <a:t> Prior</a:t>
            </a:r>
            <a:endParaRPr lang="en-US" sz="2000" dirty="0">
              <a:solidFill>
                <a:schemeClr val="bg1"/>
              </a:solidFill>
              <a:cs typeface="Arial Black" panose="020B0604020202020204" pitchFamily="34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among Campaign Participants</a:t>
            </a:r>
          </a:p>
        </p:txBody>
      </p:sp>
      <p:sp>
        <p:nvSpPr>
          <p:cNvPr id="17" name="Content Placeholder 1">
            <a:extLst>
              <a:ext uri="{FF2B5EF4-FFF2-40B4-BE49-F238E27FC236}">
                <a16:creationId xmlns:a16="http://schemas.microsoft.com/office/drawing/2014/main" id="{EDF85441-09CD-D125-0891-5CDFC3E34BE8}"/>
              </a:ext>
            </a:extLst>
          </p:cNvPr>
          <p:cNvSpPr txBox="1">
            <a:spLocks/>
          </p:cNvSpPr>
          <p:nvPr userDrawn="1"/>
        </p:nvSpPr>
        <p:spPr>
          <a:xfrm>
            <a:off x="386924" y="2274346"/>
            <a:ext cx="6686013" cy="283239"/>
          </a:xfrm>
          <a:prstGeom prst="rect">
            <a:avLst/>
          </a:prstGeom>
        </p:spPr>
        <p:txBody>
          <a:bodyPr vert="horz" lIns="91416" tIns="45708" rIns="91416" bIns="45708" rtlCol="0">
            <a:noAutofit/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D99B36"/>
              </a:buClr>
              <a:buFont typeface="Arial" panose="020B0604020202020204" pitchFamily="34" charset="0"/>
              <a:buChar char="•"/>
              <a:defRPr sz="2000" kern="1200">
                <a:solidFill>
                  <a:srgbClr val="595959"/>
                </a:solidFill>
                <a:latin typeface="Arial" panose="020B0604020202020204" pitchFamily="34" charset="0"/>
                <a:ea typeface="Avenir" panose="02000503020000020003" pitchFamily="2" charset="0"/>
                <a:cs typeface="Arial" panose="020B0604020202020204" pitchFamily="34" charset="0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D99B36"/>
              </a:buClr>
              <a:buFont typeface=".AppleSystemUIFont"/>
              <a:buChar char="-"/>
              <a:defRPr sz="1800" kern="1200">
                <a:solidFill>
                  <a:srgbClr val="595959"/>
                </a:solidFill>
                <a:latin typeface="Arial" panose="020B0604020202020204" pitchFamily="34" charset="0"/>
                <a:ea typeface="Avenir" panose="02000503020000020003" pitchFamily="2" charset="0"/>
                <a:cs typeface="Arial" panose="020B0604020202020204" pitchFamily="34" charset="0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D99B36"/>
              </a:buClr>
              <a:buFont typeface="Arial" panose="020B0604020202020204" pitchFamily="34" charset="0"/>
              <a:buChar char="•"/>
              <a:defRPr sz="1600" kern="1200">
                <a:solidFill>
                  <a:srgbClr val="595959"/>
                </a:solidFill>
                <a:latin typeface="Arial" panose="020B0604020202020204" pitchFamily="34" charset="0"/>
                <a:ea typeface="Avenir" panose="02000503020000020003" pitchFamily="2" charset="0"/>
                <a:cs typeface="Arial" panose="020B0604020202020204" pitchFamily="34" charset="0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D99B36"/>
              </a:buClr>
              <a:buFont typeface=".AppleSystemUIFont"/>
              <a:buChar char="-"/>
              <a:defRPr sz="1400" kern="1200">
                <a:solidFill>
                  <a:srgbClr val="595959"/>
                </a:solidFill>
                <a:latin typeface="Arial" panose="020B0604020202020204" pitchFamily="34" charset="0"/>
                <a:ea typeface="Avenir" panose="02000503020000020003" pitchFamily="2" charset="0"/>
                <a:cs typeface="Arial" panose="020B0604020202020204" pitchFamily="34" charset="0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D99B36"/>
              </a:buClr>
              <a:buFont typeface="Arial" panose="020B0604020202020204" pitchFamily="34" charset="0"/>
              <a:buChar char="•"/>
              <a:defRPr sz="1200" kern="1200">
                <a:solidFill>
                  <a:srgbClr val="595959"/>
                </a:solidFill>
                <a:latin typeface="Arial" panose="020B0604020202020204" pitchFamily="34" charset="0"/>
                <a:ea typeface="Avenir" panose="02000503020000020003" pitchFamily="2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D99B3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strike="noStrike" kern="1200" cap="none" spc="0" normalizeH="0" baseline="0" noProof="0" dirty="0">
                <a:ln>
                  <a:noFill/>
                </a:ln>
                <a:solidFill>
                  <a:srgbClr val="F0C056"/>
                </a:solidFill>
                <a:effectLst/>
                <a:uLnTx/>
                <a:uFillTx/>
                <a:latin typeface="Arial Black" panose="020B0604020202020204" pitchFamily="34" charset="0"/>
                <a:cs typeface="Arial Black" panose="020B0604020202020204" pitchFamily="34" charset="0"/>
              </a:rPr>
              <a:t>OBJECTIVES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0C056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FDC256F-534F-4763-707B-C9100AF05D79}"/>
              </a:ext>
            </a:extLst>
          </p:cNvPr>
          <p:cNvGrpSpPr/>
          <p:nvPr userDrawn="1"/>
        </p:nvGrpSpPr>
        <p:grpSpPr>
          <a:xfrm>
            <a:off x="948539" y="439985"/>
            <a:ext cx="4866373" cy="1250175"/>
            <a:chOff x="1772635" y="2708395"/>
            <a:chExt cx="4866373" cy="12501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9470F75-07B3-48E8-D1DF-F88F43791049}"/>
                </a:ext>
              </a:extLst>
            </p:cNvPr>
            <p:cNvSpPr/>
            <p:nvPr/>
          </p:nvSpPr>
          <p:spPr>
            <a:xfrm>
              <a:off x="4351581" y="2708395"/>
              <a:ext cx="2277282" cy="1250175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Content Placeholder 1">
              <a:extLst>
                <a:ext uri="{FF2B5EF4-FFF2-40B4-BE49-F238E27FC236}">
                  <a16:creationId xmlns:a16="http://schemas.microsoft.com/office/drawing/2014/main" id="{41BE72FD-4ECA-0786-7E8C-A825237816A1}"/>
                </a:ext>
              </a:extLst>
            </p:cNvPr>
            <p:cNvSpPr txBox="1">
              <a:spLocks/>
            </p:cNvSpPr>
            <p:nvPr/>
          </p:nvSpPr>
          <p:spPr>
            <a:xfrm>
              <a:off x="1772635" y="2858489"/>
              <a:ext cx="2277282" cy="1100081"/>
            </a:xfrm>
            <a:prstGeom prst="rect">
              <a:avLst/>
            </a:prstGeom>
          </p:spPr>
          <p:txBody>
            <a:bodyPr vert="horz" lIns="91416" tIns="45708" rIns="91416" bIns="45708" rtlCol="0">
              <a:noAutofit/>
            </a:bodyPr>
            <a:lstStyle>
              <a:lvl1pPr marL="228600" indent="-228600" algn="l" rtl="0" fontAlgn="base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>
                  <a:srgbClr val="D99B36"/>
                </a:buClr>
                <a:buFont typeface="Arial" panose="020B0604020202020204" pitchFamily="34" charset="0"/>
                <a:buChar char="•"/>
                <a:defRPr sz="2000" kern="1200">
                  <a:solidFill>
                    <a:srgbClr val="595959"/>
                  </a:solidFill>
                  <a:latin typeface="Arial" panose="020B0604020202020204" pitchFamily="34" charset="0"/>
                  <a:ea typeface="Avenir" panose="02000503020000020003" pitchFamily="2" charset="0"/>
                  <a:cs typeface="Arial" panose="020B0604020202020204" pitchFamily="34" charset="0"/>
                </a:defRPr>
              </a:lvl1pPr>
              <a:lvl2pPr marL="685800" indent="-228600" algn="l" rtl="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D99B36"/>
                </a:buClr>
                <a:buFont typeface=".AppleSystemUIFont"/>
                <a:buChar char="-"/>
                <a:defRPr sz="1800" kern="1200">
                  <a:solidFill>
                    <a:srgbClr val="595959"/>
                  </a:solidFill>
                  <a:latin typeface="Arial" panose="020B0604020202020204" pitchFamily="34" charset="0"/>
                  <a:ea typeface="Avenir" panose="02000503020000020003" pitchFamily="2" charset="0"/>
                  <a:cs typeface="Arial" panose="020B0604020202020204" pitchFamily="34" charset="0"/>
                </a:defRPr>
              </a:lvl2pPr>
              <a:lvl3pPr marL="1143000" indent="-228600" algn="l" rtl="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D99B36"/>
                </a:buClr>
                <a:buFont typeface="Arial" panose="020B0604020202020204" pitchFamily="34" charset="0"/>
                <a:buChar char="•"/>
                <a:defRPr sz="1600" kern="1200">
                  <a:solidFill>
                    <a:srgbClr val="595959"/>
                  </a:solidFill>
                  <a:latin typeface="Arial" panose="020B0604020202020204" pitchFamily="34" charset="0"/>
                  <a:ea typeface="Avenir" panose="02000503020000020003" pitchFamily="2" charset="0"/>
                  <a:cs typeface="Arial" panose="020B0604020202020204" pitchFamily="34" charset="0"/>
                </a:defRPr>
              </a:lvl3pPr>
              <a:lvl4pPr marL="1600200" indent="-228600" algn="l" rtl="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D99B36"/>
                </a:buClr>
                <a:buFont typeface=".AppleSystemUIFont"/>
                <a:buChar char="-"/>
                <a:defRPr sz="1400" kern="1200">
                  <a:solidFill>
                    <a:srgbClr val="595959"/>
                  </a:solidFill>
                  <a:latin typeface="Arial" panose="020B0604020202020204" pitchFamily="34" charset="0"/>
                  <a:ea typeface="Avenir" panose="02000503020000020003" pitchFamily="2" charset="0"/>
                  <a:cs typeface="Arial" panose="020B0604020202020204" pitchFamily="34" charset="0"/>
                </a:defRPr>
              </a:lvl4pPr>
              <a:lvl5pPr marL="2057400" indent="-228600" algn="l" rtl="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D99B36"/>
                </a:buClr>
                <a:buFont typeface="Arial" panose="020B0604020202020204" pitchFamily="34" charset="0"/>
                <a:buChar char="•"/>
                <a:defRPr sz="1200" kern="1200">
                  <a:solidFill>
                    <a:srgbClr val="595959"/>
                  </a:solidFill>
                  <a:latin typeface="Arial" panose="020B0604020202020204" pitchFamily="34" charset="0"/>
                  <a:ea typeface="Avenir" panose="02000503020000020003" pitchFamily="2" charset="0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2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D99B36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1" strike="noStrike" kern="1200" cap="none" spc="0" normalizeH="0" baseline="0" noProof="0" dirty="0">
                  <a:ln>
                    <a:noFill/>
                  </a:ln>
                  <a:solidFill>
                    <a:srgbClr val="F0C056"/>
                  </a:solidFill>
                  <a:effectLst/>
                  <a:uLnTx/>
                  <a:uFillTx/>
                  <a:latin typeface="Arial Black" panose="020B0604020202020204" pitchFamily="34" charset="0"/>
                  <a:cs typeface="Arial Black" panose="020B0604020202020204" pitchFamily="34" charset="0"/>
                </a:rPr>
                <a:t>CAMPAIGN </a:t>
              </a:r>
              <a:br>
                <a:rPr kumimoji="0" lang="en-US" sz="1400" b="1" strike="noStrike" kern="1200" cap="none" spc="0" normalizeH="0" baseline="0" noProof="0" dirty="0">
                  <a:ln>
                    <a:noFill/>
                  </a:ln>
                  <a:solidFill>
                    <a:srgbClr val="F0C056"/>
                  </a:solidFill>
                  <a:effectLst/>
                  <a:uLnTx/>
                  <a:uFillTx/>
                  <a:latin typeface="Arial Black" panose="020B0604020202020204" pitchFamily="34" charset="0"/>
                  <a:cs typeface="Arial Black" panose="020B0604020202020204" pitchFamily="34" charset="0"/>
                </a:rPr>
              </a:br>
              <a:r>
                <a:rPr kumimoji="0" lang="en-US" sz="1400" b="1" strike="noStrike" kern="1200" cap="none" spc="0" normalizeH="0" baseline="0" noProof="0" dirty="0">
                  <a:ln>
                    <a:noFill/>
                  </a:ln>
                  <a:solidFill>
                    <a:srgbClr val="F0C056"/>
                  </a:solidFill>
                  <a:effectLst/>
                  <a:uLnTx/>
                  <a:uFillTx/>
                  <a:latin typeface="Arial Black" panose="020B0604020202020204" pitchFamily="34" charset="0"/>
                  <a:cs typeface="Arial Black" panose="020B0604020202020204" pitchFamily="34" charset="0"/>
                </a:rPr>
                <a:t>TIMING</a:t>
              </a:r>
            </a:p>
          </p:txBody>
        </p:sp>
        <p:sp>
          <p:nvSpPr>
            <p:cNvPr id="26" name="Content Placeholder 1">
              <a:extLst>
                <a:ext uri="{FF2B5EF4-FFF2-40B4-BE49-F238E27FC236}">
                  <a16:creationId xmlns:a16="http://schemas.microsoft.com/office/drawing/2014/main" id="{7027ED6C-2D4F-5F69-329B-FB5EDC9F1908}"/>
                </a:ext>
              </a:extLst>
            </p:cNvPr>
            <p:cNvSpPr txBox="1">
              <a:spLocks/>
            </p:cNvSpPr>
            <p:nvPr/>
          </p:nvSpPr>
          <p:spPr>
            <a:xfrm>
              <a:off x="4361726" y="2858489"/>
              <a:ext cx="2277282" cy="1100081"/>
            </a:xfrm>
            <a:prstGeom prst="rect">
              <a:avLst/>
            </a:prstGeom>
          </p:spPr>
          <p:txBody>
            <a:bodyPr vert="horz" lIns="91416" tIns="45708" rIns="91416" bIns="45708" rtlCol="0">
              <a:noAutofit/>
            </a:bodyPr>
            <a:lstStyle>
              <a:lvl1pPr marL="228600" indent="-228600" algn="l" rtl="0" fontAlgn="base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>
                  <a:srgbClr val="D99B36"/>
                </a:buClr>
                <a:buFont typeface="Arial" panose="020B0604020202020204" pitchFamily="34" charset="0"/>
                <a:buChar char="•"/>
                <a:defRPr sz="2000" kern="1200">
                  <a:solidFill>
                    <a:srgbClr val="595959"/>
                  </a:solidFill>
                  <a:latin typeface="Arial" panose="020B0604020202020204" pitchFamily="34" charset="0"/>
                  <a:ea typeface="Avenir" panose="02000503020000020003" pitchFamily="2" charset="0"/>
                  <a:cs typeface="Arial" panose="020B0604020202020204" pitchFamily="34" charset="0"/>
                </a:defRPr>
              </a:lvl1pPr>
              <a:lvl2pPr marL="685800" indent="-228600" algn="l" rtl="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D99B36"/>
                </a:buClr>
                <a:buFont typeface=".AppleSystemUIFont"/>
                <a:buChar char="-"/>
                <a:defRPr sz="1800" kern="1200">
                  <a:solidFill>
                    <a:srgbClr val="595959"/>
                  </a:solidFill>
                  <a:latin typeface="Arial" panose="020B0604020202020204" pitchFamily="34" charset="0"/>
                  <a:ea typeface="Avenir" panose="02000503020000020003" pitchFamily="2" charset="0"/>
                  <a:cs typeface="Arial" panose="020B0604020202020204" pitchFamily="34" charset="0"/>
                </a:defRPr>
              </a:lvl2pPr>
              <a:lvl3pPr marL="1143000" indent="-228600" algn="l" rtl="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D99B36"/>
                </a:buClr>
                <a:buFont typeface="Arial" panose="020B0604020202020204" pitchFamily="34" charset="0"/>
                <a:buChar char="•"/>
                <a:defRPr sz="1600" kern="1200">
                  <a:solidFill>
                    <a:srgbClr val="595959"/>
                  </a:solidFill>
                  <a:latin typeface="Arial" panose="020B0604020202020204" pitchFamily="34" charset="0"/>
                  <a:ea typeface="Avenir" panose="02000503020000020003" pitchFamily="2" charset="0"/>
                  <a:cs typeface="Arial" panose="020B0604020202020204" pitchFamily="34" charset="0"/>
                </a:defRPr>
              </a:lvl3pPr>
              <a:lvl4pPr marL="1600200" indent="-228600" algn="l" rtl="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D99B36"/>
                </a:buClr>
                <a:buFont typeface=".AppleSystemUIFont"/>
                <a:buChar char="-"/>
                <a:defRPr sz="1400" kern="1200">
                  <a:solidFill>
                    <a:srgbClr val="595959"/>
                  </a:solidFill>
                  <a:latin typeface="Arial" panose="020B0604020202020204" pitchFamily="34" charset="0"/>
                  <a:ea typeface="Avenir" panose="02000503020000020003" pitchFamily="2" charset="0"/>
                  <a:cs typeface="Arial" panose="020B0604020202020204" pitchFamily="34" charset="0"/>
                </a:defRPr>
              </a:lvl4pPr>
              <a:lvl5pPr marL="2057400" indent="-228600" algn="l" rtl="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D99B36"/>
                </a:buClr>
                <a:buFont typeface="Arial" panose="020B0604020202020204" pitchFamily="34" charset="0"/>
                <a:buChar char="•"/>
                <a:defRPr sz="1200" kern="1200">
                  <a:solidFill>
                    <a:srgbClr val="595959"/>
                  </a:solidFill>
                  <a:latin typeface="Arial" panose="020B0604020202020204" pitchFamily="34" charset="0"/>
                  <a:ea typeface="Avenir" panose="02000503020000020003" pitchFamily="2" charset="0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26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D99B36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1" strike="noStrike" kern="1200" cap="none" spc="0" normalizeH="0" baseline="0" noProof="0" dirty="0">
                  <a:ln>
                    <a:noFill/>
                  </a:ln>
                  <a:solidFill>
                    <a:srgbClr val="F0C056"/>
                  </a:solidFill>
                  <a:effectLst/>
                  <a:uLnTx/>
                  <a:uFillTx/>
                  <a:latin typeface="Arial Black" panose="020B0604020202020204" pitchFamily="34" charset="0"/>
                  <a:cs typeface="Arial Black" panose="020B0604020202020204" pitchFamily="34" charset="0"/>
                </a:rPr>
                <a:t>CAMPAIGN </a:t>
              </a:r>
              <a:br>
                <a:rPr kumimoji="0" lang="en-US" sz="1400" b="1" strike="noStrike" kern="1200" cap="none" spc="0" normalizeH="0" baseline="0" noProof="0" dirty="0">
                  <a:ln>
                    <a:noFill/>
                  </a:ln>
                  <a:solidFill>
                    <a:srgbClr val="F0C056"/>
                  </a:solidFill>
                  <a:effectLst/>
                  <a:uLnTx/>
                  <a:uFillTx/>
                  <a:latin typeface="Arial Black" panose="020B0604020202020204" pitchFamily="34" charset="0"/>
                  <a:cs typeface="Arial Black" panose="020B0604020202020204" pitchFamily="34" charset="0"/>
                </a:rPr>
              </a:br>
              <a:r>
                <a:rPr kumimoji="0" lang="en-US" sz="1400" b="1" strike="noStrike" kern="1200" cap="none" spc="0" normalizeH="0" baseline="0" noProof="0" dirty="0">
                  <a:ln>
                    <a:noFill/>
                  </a:ln>
                  <a:solidFill>
                    <a:srgbClr val="F0C056"/>
                  </a:solidFill>
                  <a:effectLst/>
                  <a:uLnTx/>
                  <a:uFillTx/>
                  <a:latin typeface="Arial Black" panose="020B0604020202020204" pitchFamily="34" charset="0"/>
                  <a:cs typeface="Arial Black" panose="020B0604020202020204" pitchFamily="34" charset="0"/>
                </a:rPr>
                <a:t>GEOGRAPHY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695C3D7-E7C3-872D-FEFD-168455210B71}"/>
                </a:ext>
              </a:extLst>
            </p:cNvPr>
            <p:cNvSpPr/>
            <p:nvPr/>
          </p:nvSpPr>
          <p:spPr>
            <a:xfrm>
              <a:off x="1772635" y="2708395"/>
              <a:ext cx="2277282" cy="1250175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DC52B98E-E099-951C-3E9D-0DF394265831}"/>
              </a:ext>
            </a:extLst>
          </p:cNvPr>
          <p:cNvSpPr txBox="1"/>
          <p:nvPr userDrawn="1"/>
        </p:nvSpPr>
        <p:spPr>
          <a:xfrm>
            <a:off x="2257470" y="3411663"/>
            <a:ext cx="2560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ANNOUNCEMENT PRINT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4F6C3AD-87ED-6F17-80B7-91873765760F}"/>
              </a:ext>
            </a:extLst>
          </p:cNvPr>
          <p:cNvSpPr txBox="1"/>
          <p:nvPr userDrawn="1"/>
        </p:nvSpPr>
        <p:spPr>
          <a:xfrm>
            <a:off x="2257470" y="5096399"/>
            <a:ext cx="2560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REWARD PRINT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300C8C70-9119-F9DC-CA78-1C4FAEBF38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2988" y="1153989"/>
            <a:ext cx="2087562" cy="45573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B4D83397-18B3-E334-9410-0F07AE990D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2345" y="1160656"/>
            <a:ext cx="2087562" cy="45573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CAAB3251-277E-1F8D-C7CE-2717AEAFC7D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4344" y="2710710"/>
            <a:ext cx="6601707" cy="688166"/>
          </a:xfrm>
          <a:prstGeom prst="rect">
            <a:avLst/>
          </a:prstGeom>
        </p:spPr>
        <p:txBody>
          <a:bodyPr/>
          <a:lstStyle>
            <a:lvl1pPr marL="285750" indent="-285750" algn="l">
              <a:buClr>
                <a:srgbClr val="EBAB20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478D3E50-B138-B174-5A6F-3FDA96A139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0848" y="1065072"/>
            <a:ext cx="2087562" cy="45573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Arial Black" panose="020B0A04020102020204" pitchFamily="34" charset="0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38" name="Text Placeholder 32">
            <a:extLst>
              <a:ext uri="{FF2B5EF4-FFF2-40B4-BE49-F238E27FC236}">
                <a16:creationId xmlns:a16="http://schemas.microsoft.com/office/drawing/2014/main" id="{C22B0D17-6BBC-41D1-1ABE-DB9874EBC9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850848" y="2137133"/>
            <a:ext cx="2087562" cy="4662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rial Black" panose="020B0A04020102020204" pitchFamily="34" charset="0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39" name="Text Placeholder 32">
            <a:extLst>
              <a:ext uri="{FF2B5EF4-FFF2-40B4-BE49-F238E27FC236}">
                <a16:creationId xmlns:a16="http://schemas.microsoft.com/office/drawing/2014/main" id="{46C8EF6D-670A-FE93-52E8-1F36A3C95D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85512" y="3526631"/>
            <a:ext cx="2087562" cy="45573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rial Black" panose="020B0A04020102020204" pitchFamily="34" charset="0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BD29E6AD-397E-FA08-FDE4-FA7FF2E90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85512" y="4562815"/>
            <a:ext cx="2087562" cy="45573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rial Black" panose="020B0A04020102020204" pitchFamily="34" charset="0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US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194474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MR campaign trends"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C4085EE5-5F4B-DEFE-3CB2-85C8B96934E7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25152" y="2183641"/>
            <a:ext cx="7421563" cy="3806825"/>
          </a:xfrm>
          <a:prstGeom prst="rect">
            <a:avLst/>
          </a:prstGeom>
          <a:solidFill>
            <a:srgbClr val="E3E3E3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6" name="Chart Placeholder 15">
            <a:extLst>
              <a:ext uri="{FF2B5EF4-FFF2-40B4-BE49-F238E27FC236}">
                <a16:creationId xmlns:a16="http://schemas.microsoft.com/office/drawing/2014/main" id="{54330C08-AF62-15F4-E589-5ADE226B24C9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8491093" y="3879919"/>
            <a:ext cx="3322637" cy="2098064"/>
          </a:xfrm>
          <a:prstGeom prst="rect">
            <a:avLst/>
          </a:prstGeom>
          <a:solidFill>
            <a:srgbClr val="E3E3E3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4" name="Chart Placeholder 13">
            <a:extLst>
              <a:ext uri="{FF2B5EF4-FFF2-40B4-BE49-F238E27FC236}">
                <a16:creationId xmlns:a16="http://schemas.microsoft.com/office/drawing/2014/main" id="{43DF01C4-02D7-0CB5-FC60-AB31667533C0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8491092" y="1318913"/>
            <a:ext cx="3322637" cy="1980577"/>
          </a:xfrm>
          <a:prstGeom prst="rect">
            <a:avLst/>
          </a:prstGeom>
          <a:solidFill>
            <a:srgbClr val="E3E3E3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25AC491-8B18-5E4F-82E7-7D2308A8B10D}"/>
              </a:ext>
            </a:extLst>
          </p:cNvPr>
          <p:cNvSpPr txBox="1">
            <a:spLocks/>
          </p:cNvSpPr>
          <p:nvPr userDrawn="1"/>
        </p:nvSpPr>
        <p:spPr>
          <a:xfrm>
            <a:off x="84282" y="6524532"/>
            <a:ext cx="246776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888A8E"/>
                </a:solidFill>
                <a:latin typeface="+mn-lt"/>
                <a:ea typeface="Verdana" charset="0"/>
                <a:cs typeface="Verdana" charset="0"/>
              </a:rPr>
              <a:t>2023 Catalina Confidential</a:t>
            </a:r>
            <a:endParaRPr lang="en-US" sz="900" b="1" dirty="0">
              <a:solidFill>
                <a:srgbClr val="D99B36"/>
              </a:solidFill>
              <a:latin typeface="+mn-lt"/>
              <a:ea typeface="Verdana" charset="0"/>
              <a:cs typeface="Verdana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1B6B29-0CD6-35CA-1FB9-6AD73AAFD7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4188" y="6445731"/>
            <a:ext cx="1231377" cy="249959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654B61-C8EB-38FA-DE70-A88DF93A7305}"/>
              </a:ext>
            </a:extLst>
          </p:cNvPr>
          <p:cNvCxnSpPr/>
          <p:nvPr userDrawn="1"/>
        </p:nvCxnSpPr>
        <p:spPr>
          <a:xfrm>
            <a:off x="10618191" y="6438297"/>
            <a:ext cx="0" cy="249959"/>
          </a:xfrm>
          <a:prstGeom prst="line">
            <a:avLst/>
          </a:prstGeom>
          <a:ln w="222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EBCDCAE3-CCD0-0953-180B-A6A4FDE689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94629" y="6391006"/>
            <a:ext cx="6558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F38EE-6C61-744A-9158-9D39D79F3D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F3AA47C-1EE0-5E9D-1FDE-F7132772C900}"/>
              </a:ext>
            </a:extLst>
          </p:cNvPr>
          <p:cNvSpPr txBox="1">
            <a:spLocks/>
          </p:cNvSpPr>
          <p:nvPr userDrawn="1"/>
        </p:nvSpPr>
        <p:spPr>
          <a:xfrm>
            <a:off x="200020" y="280247"/>
            <a:ext cx="11775849" cy="527104"/>
          </a:xfrm>
          <a:prstGeom prst="rect">
            <a:avLst/>
          </a:prstGeom>
        </p:spPr>
        <p:txBody>
          <a:bodyPr/>
          <a:lstStyle>
            <a:lvl1pPr algn="l" defTabSz="914318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0" baseline="0">
                <a:solidFill>
                  <a:srgbClr val="373F4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2400" dirty="0">
                <a:solidFill>
                  <a:schemeClr val="accent1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CAMPAIGN PERIOD DOLLAR TRENDS </a:t>
            </a:r>
            <a:r>
              <a:rPr lang="en-US" sz="2800" dirty="0">
                <a:solidFill>
                  <a:schemeClr val="accent1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| </a:t>
            </a:r>
            <a:r>
              <a:rPr lang="en-US" sz="2400" dirty="0">
                <a:solidFill>
                  <a:srgbClr val="E66749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Total Trips</a:t>
            </a:r>
            <a:endParaRPr lang="en-US" sz="2400" dirty="0">
              <a:solidFill>
                <a:srgbClr val="E66749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4F04C4-04E8-23FC-2772-7006C1E838A8}"/>
              </a:ext>
            </a:extLst>
          </p:cNvPr>
          <p:cNvSpPr txBox="1"/>
          <p:nvPr userDrawn="1"/>
        </p:nvSpPr>
        <p:spPr>
          <a:xfrm>
            <a:off x="8447530" y="1077517"/>
            <a:ext cx="336619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b="0" i="0" u="none" strike="noStrike" spc="0" baseline="0">
                <a:solidFill>
                  <a:srgbClr val="000000">
                    <a:lumMod val="65000"/>
                    <a:lumOff val="35000"/>
                  </a:srgbClr>
                </a:solidFill>
              </a:defRPr>
            </a:lvl1pPr>
          </a:lstStyle>
          <a:p>
            <a:pPr algn="l"/>
            <a:r>
              <a:rPr lang="en-US" sz="1200" b="1" dirty="0">
                <a:solidFill>
                  <a:schemeClr val="tx1"/>
                </a:solidFill>
                <a:latin typeface="Arial Black" panose="020B0A04020102020204" pitchFamily="34" charset="0"/>
              </a:rPr>
              <a:t>DOLLARS PER TRIP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A6C585-4990-1E19-EC65-666196A62BB1}"/>
              </a:ext>
            </a:extLst>
          </p:cNvPr>
          <p:cNvSpPr txBox="1"/>
          <p:nvPr userDrawn="1"/>
        </p:nvSpPr>
        <p:spPr>
          <a:xfrm>
            <a:off x="321600" y="1780880"/>
            <a:ext cx="450734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b="0" i="0" u="none" strike="noStrike" spc="0" baseline="0">
                <a:solidFill>
                  <a:srgbClr val="000000">
                    <a:lumMod val="65000"/>
                    <a:lumOff val="35000"/>
                  </a:srgbClr>
                </a:solidFill>
              </a:defRPr>
            </a:lvl1pPr>
          </a:lstStyle>
          <a:p>
            <a:pPr algn="l"/>
            <a:r>
              <a:rPr lang="en-US" sz="1200" b="1" dirty="0">
                <a:solidFill>
                  <a:schemeClr val="tx1"/>
                </a:solidFill>
                <a:latin typeface="Arial Black" panose="020B0A04020102020204" pitchFamily="34" charset="0"/>
              </a:rPr>
              <a:t>AVG WEEKLY DOLLAR SALES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1A1527-30A8-C876-41A6-CE5CC9379BF6}"/>
              </a:ext>
            </a:extLst>
          </p:cNvPr>
          <p:cNvSpPr txBox="1"/>
          <p:nvPr userDrawn="1"/>
        </p:nvSpPr>
        <p:spPr>
          <a:xfrm>
            <a:off x="8490621" y="3631713"/>
            <a:ext cx="344350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b="0" i="0" u="none" strike="noStrike" spc="0" baseline="0">
                <a:solidFill>
                  <a:srgbClr val="000000">
                    <a:lumMod val="65000"/>
                    <a:lumOff val="35000"/>
                  </a:srgbClr>
                </a:solidFill>
              </a:defRPr>
            </a:lvl1pPr>
          </a:lstStyle>
          <a:p>
            <a:pPr algn="l"/>
            <a:r>
              <a:rPr lang="en-US" sz="1200" b="1" dirty="0">
                <a:solidFill>
                  <a:schemeClr val="tx1"/>
                </a:solidFill>
                <a:latin typeface="Arial Black" panose="020B0A04020102020204" pitchFamily="34" charset="0"/>
              </a:rPr>
              <a:t>DOLLAR SHARE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879656-968F-0195-A237-29A7E2DDD75C}"/>
              </a:ext>
            </a:extLst>
          </p:cNvPr>
          <p:cNvSpPr txBox="1"/>
          <p:nvPr userDrawn="1"/>
        </p:nvSpPr>
        <p:spPr>
          <a:xfrm>
            <a:off x="5790192" y="1638336"/>
            <a:ext cx="1684031" cy="656065"/>
          </a:xfrm>
          <a:prstGeom prst="rect">
            <a:avLst/>
          </a:prstGeom>
          <a:solidFill>
            <a:srgbClr val="F0C056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45706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 marL="0" marR="0" lvl="0" indent="0" algn="ctr" defTabSz="45706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 marL="0" marR="0" lvl="0" indent="0" algn="ctr" defTabSz="45706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F0BE44-0AF3-EB52-4ABD-05AE184C14BF}"/>
              </a:ext>
            </a:extLst>
          </p:cNvPr>
          <p:cNvSpPr txBox="1"/>
          <p:nvPr userDrawn="1"/>
        </p:nvSpPr>
        <p:spPr>
          <a:xfrm>
            <a:off x="10787646" y="1163009"/>
            <a:ext cx="1188720" cy="430887"/>
          </a:xfrm>
          <a:prstGeom prst="rect">
            <a:avLst/>
          </a:prstGeom>
          <a:solidFill>
            <a:srgbClr val="F0C056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endParaRPr lang="en-US" sz="1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AC4056B-4639-1185-4EA4-2582691989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90192" y="1671550"/>
            <a:ext cx="1684031" cy="63258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bg1"/>
                </a:solidFill>
                <a:latin typeface="Arial Black" panose="020B0A04020102020204" pitchFamily="34" charset="0"/>
              </a:defRPr>
            </a:lvl1pPr>
            <a:lvl2pPr>
              <a:defRPr sz="1000">
                <a:latin typeface="Arial Black" panose="020B0A04020102020204" pitchFamily="34" charset="0"/>
              </a:defRPr>
            </a:lvl2pPr>
            <a:lvl3pPr>
              <a:defRPr sz="1000">
                <a:latin typeface="Arial Black" panose="020B0A04020102020204" pitchFamily="34" charset="0"/>
              </a:defRPr>
            </a:lvl3pPr>
            <a:lvl4pPr>
              <a:defRPr sz="1000">
                <a:latin typeface="Arial Black" panose="020B0A04020102020204" pitchFamily="34" charset="0"/>
              </a:defRPr>
            </a:lvl4pPr>
            <a:lvl5pPr>
              <a:defRPr sz="1000">
                <a:latin typeface="Arial Black" panose="020B0A04020102020204" pitchFamily="34" charset="0"/>
              </a:defRPr>
            </a:lvl5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98C379-714A-AE26-F035-8AA87F261DF2}"/>
              </a:ext>
            </a:extLst>
          </p:cNvPr>
          <p:cNvSpPr txBox="1"/>
          <p:nvPr userDrawn="1"/>
        </p:nvSpPr>
        <p:spPr>
          <a:xfrm>
            <a:off x="10946934" y="3811670"/>
            <a:ext cx="1071365" cy="430964"/>
          </a:xfrm>
          <a:prstGeom prst="rect">
            <a:avLst/>
          </a:prstGeom>
          <a:solidFill>
            <a:srgbClr val="F0C056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endParaRPr lang="en-US" sz="1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endParaRPr lang="en-US" sz="1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9E18A4BB-78D9-06D6-9B6A-38D56D3D8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87150" y="1162992"/>
            <a:ext cx="1188720" cy="43021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05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98F8702-9925-9439-9194-C43454CE44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46934" y="3811078"/>
            <a:ext cx="1028935" cy="4351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5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969C41F-10B2-9E60-F3D8-C4D27A184B1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90224" y="6326421"/>
            <a:ext cx="5677442" cy="1783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Arial Black" panose="020B0A040201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000" dirty="0" err="1">
                <a:latin typeface="Arial Black" panose="020B0A04020102020204" pitchFamily="34" charset="0"/>
              </a:rPr>
              <a:t>Campaingn</a:t>
            </a:r>
            <a:endParaRPr lang="en-US" sz="1000" dirty="0">
              <a:latin typeface="Arial Black" panose="020B0A04020102020204" pitchFamily="34" charset="0"/>
            </a:endParaRPr>
          </a:p>
          <a:p>
            <a:pPr lvl="0"/>
            <a:r>
              <a:rPr lang="en-US" sz="1000" dirty="0" err="1">
                <a:latin typeface="Arial Black" panose="020B0A04020102020204" pitchFamily="34" charset="0"/>
              </a:rPr>
              <a:t>Campaingn</a:t>
            </a:r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015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MR dollars moved"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25AC491-8B18-5E4F-82E7-7D2308A8B10D}"/>
              </a:ext>
            </a:extLst>
          </p:cNvPr>
          <p:cNvSpPr txBox="1">
            <a:spLocks/>
          </p:cNvSpPr>
          <p:nvPr userDrawn="1"/>
        </p:nvSpPr>
        <p:spPr>
          <a:xfrm>
            <a:off x="84282" y="6524532"/>
            <a:ext cx="246776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888A8E"/>
                </a:solidFill>
                <a:latin typeface="+mn-lt"/>
                <a:ea typeface="Verdana" charset="0"/>
                <a:cs typeface="Verdana" charset="0"/>
              </a:rPr>
              <a:t>2023 Catalina Confidential</a:t>
            </a:r>
            <a:endParaRPr lang="en-US" sz="900" b="1" dirty="0">
              <a:solidFill>
                <a:srgbClr val="D99B36"/>
              </a:solidFill>
              <a:latin typeface="+mn-lt"/>
              <a:ea typeface="Verdana" charset="0"/>
              <a:cs typeface="Verdana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1B6B29-0CD6-35CA-1FB9-6AD73AAFD7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4188" y="6445731"/>
            <a:ext cx="1231377" cy="249959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654B61-C8EB-38FA-DE70-A88DF93A7305}"/>
              </a:ext>
            </a:extLst>
          </p:cNvPr>
          <p:cNvCxnSpPr/>
          <p:nvPr userDrawn="1"/>
        </p:nvCxnSpPr>
        <p:spPr>
          <a:xfrm>
            <a:off x="10618191" y="6438297"/>
            <a:ext cx="0" cy="249959"/>
          </a:xfrm>
          <a:prstGeom prst="line">
            <a:avLst/>
          </a:prstGeom>
          <a:ln w="222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EBCDCAE3-CCD0-0953-180B-A6A4FDE689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94629" y="6391006"/>
            <a:ext cx="6558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F38EE-6C61-744A-9158-9D39D79F3D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91FCD78-1789-7A65-8A71-C0C6C101D9DB}"/>
              </a:ext>
            </a:extLst>
          </p:cNvPr>
          <p:cNvSpPr txBox="1">
            <a:spLocks/>
          </p:cNvSpPr>
          <p:nvPr userDrawn="1"/>
        </p:nvSpPr>
        <p:spPr>
          <a:xfrm>
            <a:off x="265113" y="271605"/>
            <a:ext cx="10777805" cy="527104"/>
          </a:xfrm>
          <a:prstGeom prst="rect">
            <a:avLst/>
          </a:prstGeom>
        </p:spPr>
        <p:txBody>
          <a:bodyPr/>
          <a:lstStyle>
            <a:lvl1pPr algn="l" defTabSz="914318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0" baseline="0">
                <a:solidFill>
                  <a:srgbClr val="373F4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2400" dirty="0">
                <a:solidFill>
                  <a:schemeClr val="accent1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DOLLARS MOVED | </a:t>
            </a:r>
            <a:r>
              <a:rPr lang="en-US" sz="2400" dirty="0">
                <a:solidFill>
                  <a:srgbClr val="E66749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Campaign</a:t>
            </a:r>
            <a:r>
              <a:rPr lang="en-US" sz="2400" dirty="0">
                <a:solidFill>
                  <a:schemeClr val="accent1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>
                <a:solidFill>
                  <a:srgbClr val="E66749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Reward Trips</a:t>
            </a:r>
            <a:endParaRPr lang="en-US" sz="2400" dirty="0">
              <a:solidFill>
                <a:srgbClr val="E66749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4D83804-D086-EF97-4292-F89D20EE8F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5113" y="827707"/>
            <a:ext cx="11590337" cy="947309"/>
          </a:xfrm>
          <a:prstGeom prst="rect">
            <a:avLst/>
          </a:prstGeom>
        </p:spPr>
        <p:txBody>
          <a:bodyPr/>
          <a:lstStyle>
            <a:lvl1pPr>
              <a:buClr>
                <a:srgbClr val="E66749"/>
              </a:buClr>
              <a:defRPr sz="1600">
                <a:solidFill>
                  <a:schemeClr val="tx1"/>
                </a:solidFill>
                <a:latin typeface="Arial Body"/>
              </a:defRPr>
            </a:lvl1pPr>
            <a:lvl2pPr marL="457200" indent="0">
              <a:buNone/>
              <a:defRPr sz="1600">
                <a:latin typeface="Arial Body"/>
              </a:defRPr>
            </a:lvl2pPr>
            <a:lvl3pPr marL="914400" indent="0">
              <a:buNone/>
              <a:defRPr sz="1600">
                <a:latin typeface="Arial Body"/>
              </a:defRPr>
            </a:lvl3pPr>
            <a:lvl4pPr marL="1371600" indent="0">
              <a:buNone/>
              <a:defRPr sz="1600">
                <a:latin typeface="Arial Body"/>
              </a:defRPr>
            </a:lvl4pPr>
            <a:lvl5pPr marL="1828800" indent="0">
              <a:buNone/>
              <a:defRPr sz="1600">
                <a:latin typeface="Arial Body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CD924F22-ED38-FD95-74A4-6EF769138B32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406400" y="2411020"/>
            <a:ext cx="5292725" cy="3562350"/>
          </a:xfrm>
          <a:prstGeom prst="rect">
            <a:avLst/>
          </a:prstGeom>
          <a:solidFill>
            <a:srgbClr val="E3E3E3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Chart Placeholder 23">
            <a:extLst>
              <a:ext uri="{FF2B5EF4-FFF2-40B4-BE49-F238E27FC236}">
                <a16:creationId xmlns:a16="http://schemas.microsoft.com/office/drawing/2014/main" id="{4B183F53-30D2-AA70-6A37-438567E1B64B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5926138" y="2411020"/>
            <a:ext cx="5929312" cy="3562350"/>
          </a:xfrm>
          <a:prstGeom prst="rect">
            <a:avLst/>
          </a:prstGeom>
          <a:solidFill>
            <a:srgbClr val="E3E3E3"/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A64E63E-29E3-6148-EAEB-E986083BD4E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6138" y="1794224"/>
            <a:ext cx="5929312" cy="5413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460B03-56A1-D11F-8A12-EA65D98B7B99}"/>
              </a:ext>
            </a:extLst>
          </p:cNvPr>
          <p:cNvSpPr txBox="1"/>
          <p:nvPr userDrawn="1"/>
        </p:nvSpPr>
        <p:spPr>
          <a:xfrm>
            <a:off x="336550" y="1939439"/>
            <a:ext cx="557824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defRPr sz="18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>
                <a:solidFill>
                  <a:srgbClr val="000000"/>
                </a:solidFill>
                <a:latin typeface="Arial Black" panose="020B0A04020102020204" pitchFamily="34" charset="0"/>
              </a:rPr>
              <a:t>BRAND % TRIPS – CAMPAIGN PERIOD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F792688B-9588-5D93-502B-9FEF417A7B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24775" y="6269249"/>
            <a:ext cx="4206240" cy="2435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Arial Black" panose="020B0A040201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000" dirty="0" err="1">
                <a:latin typeface="Arial Black" panose="020B0A04020102020204" pitchFamily="34" charset="0"/>
              </a:rPr>
              <a:t>Campaingn</a:t>
            </a:r>
            <a:endParaRPr lang="en-US" sz="1000" dirty="0">
              <a:latin typeface="Arial Black" panose="020B0A040201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00" dirty="0" err="1">
                <a:latin typeface="Arial Black" panose="020B0A04020102020204" pitchFamily="34" charset="0"/>
              </a:rPr>
              <a:t>Campaingn</a:t>
            </a:r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091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MR Campaign Trends Two"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rt Placeholder 18">
            <a:extLst>
              <a:ext uri="{FF2B5EF4-FFF2-40B4-BE49-F238E27FC236}">
                <a16:creationId xmlns:a16="http://schemas.microsoft.com/office/drawing/2014/main" id="{1177B862-123E-08C8-1904-7EEC382A1944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6688248" y="2080683"/>
            <a:ext cx="4572000" cy="3646487"/>
          </a:xfrm>
          <a:prstGeom prst="rect">
            <a:avLst/>
          </a:prstGeom>
          <a:solidFill>
            <a:srgbClr val="E3E3E3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Chart Placeholder 15">
            <a:extLst>
              <a:ext uri="{FF2B5EF4-FFF2-40B4-BE49-F238E27FC236}">
                <a16:creationId xmlns:a16="http://schemas.microsoft.com/office/drawing/2014/main" id="{E553E20F-E713-5692-83D6-43290C36EE1B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882761" y="2080683"/>
            <a:ext cx="4837112" cy="3646487"/>
          </a:xfrm>
          <a:prstGeom prst="rect">
            <a:avLst/>
          </a:prstGeom>
          <a:solidFill>
            <a:srgbClr val="E3E3E3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25AC491-8B18-5E4F-82E7-7D2308A8B10D}"/>
              </a:ext>
            </a:extLst>
          </p:cNvPr>
          <p:cNvSpPr txBox="1">
            <a:spLocks/>
          </p:cNvSpPr>
          <p:nvPr userDrawn="1"/>
        </p:nvSpPr>
        <p:spPr>
          <a:xfrm>
            <a:off x="84282" y="6524532"/>
            <a:ext cx="246776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888A8E"/>
                </a:solidFill>
                <a:latin typeface="+mn-lt"/>
                <a:ea typeface="Verdana" charset="0"/>
                <a:cs typeface="Verdana" charset="0"/>
              </a:rPr>
              <a:t>2023 Catalina Confidential</a:t>
            </a:r>
            <a:endParaRPr lang="en-US" sz="900" b="1" dirty="0">
              <a:solidFill>
                <a:srgbClr val="D99B36"/>
              </a:solidFill>
              <a:latin typeface="+mn-lt"/>
              <a:ea typeface="Verdana" charset="0"/>
              <a:cs typeface="Verdana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1B6B29-0CD6-35CA-1FB9-6AD73AAFD7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4188" y="6445731"/>
            <a:ext cx="1231377" cy="249959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654B61-C8EB-38FA-DE70-A88DF93A7305}"/>
              </a:ext>
            </a:extLst>
          </p:cNvPr>
          <p:cNvCxnSpPr/>
          <p:nvPr userDrawn="1"/>
        </p:nvCxnSpPr>
        <p:spPr>
          <a:xfrm>
            <a:off x="10618191" y="6438297"/>
            <a:ext cx="0" cy="249959"/>
          </a:xfrm>
          <a:prstGeom prst="line">
            <a:avLst/>
          </a:prstGeom>
          <a:ln w="222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EBCDCAE3-CCD0-0953-180B-A6A4FDE689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94629" y="6391006"/>
            <a:ext cx="6558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F38EE-6C61-744A-9158-9D39D79F3D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C11361A-F83E-2FEB-3371-80A0A0E8FD79}"/>
              </a:ext>
            </a:extLst>
          </p:cNvPr>
          <p:cNvSpPr txBox="1">
            <a:spLocks/>
          </p:cNvSpPr>
          <p:nvPr userDrawn="1"/>
        </p:nvSpPr>
        <p:spPr>
          <a:xfrm>
            <a:off x="123819" y="225817"/>
            <a:ext cx="10777805" cy="527104"/>
          </a:xfrm>
          <a:prstGeom prst="rect">
            <a:avLst/>
          </a:prstGeom>
        </p:spPr>
        <p:txBody>
          <a:bodyPr/>
          <a:lstStyle>
            <a:lvl1pPr algn="l" defTabSz="914318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0" baseline="0">
                <a:solidFill>
                  <a:srgbClr val="373F4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2400" dirty="0">
                <a:solidFill>
                  <a:schemeClr val="accent1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VMR CAMPAIGN TRENDS | </a:t>
            </a:r>
            <a:r>
              <a:rPr lang="en-US" sz="2400" dirty="0">
                <a:solidFill>
                  <a:srgbClr val="E66749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Campaign Participants</a:t>
            </a:r>
            <a:endParaRPr lang="en-US" sz="2400" dirty="0">
              <a:solidFill>
                <a:srgbClr val="E66749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C388EB-8AD9-5258-188D-BB28D2708CFB}"/>
              </a:ext>
            </a:extLst>
          </p:cNvPr>
          <p:cNvSpPr txBox="1"/>
          <p:nvPr userDrawn="1"/>
        </p:nvSpPr>
        <p:spPr>
          <a:xfrm>
            <a:off x="600010" y="1550282"/>
            <a:ext cx="558213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b="0" i="0" u="none" strike="noStrike" spc="0" baseline="0">
                <a:solidFill>
                  <a:srgbClr val="000000">
                    <a:lumMod val="65000"/>
                    <a:lumOff val="35000"/>
                  </a:srgbClr>
                </a:solidFill>
              </a:defRPr>
            </a:lvl1pPr>
          </a:lstStyle>
          <a:p>
            <a:pPr algn="l"/>
            <a:r>
              <a:rPr lang="en-US" sz="1400" b="1" dirty="0">
                <a:solidFill>
                  <a:schemeClr val="tx1"/>
                </a:solidFill>
                <a:latin typeface="Arial Black" panose="020B0A04020102020204" pitchFamily="34" charset="0"/>
              </a:rPr>
              <a:t>DOLLARS PER TRIP – CAMPAIGN PARTICIPANTS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1DB132-BF66-9D29-A2B2-54C8A5AB0B87}"/>
              </a:ext>
            </a:extLst>
          </p:cNvPr>
          <p:cNvSpPr txBox="1"/>
          <p:nvPr userDrawn="1"/>
        </p:nvSpPr>
        <p:spPr>
          <a:xfrm>
            <a:off x="6456895" y="1557290"/>
            <a:ext cx="52712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b="0" i="0" u="none" strike="noStrike" spc="0" baseline="0">
                <a:solidFill>
                  <a:srgbClr val="000000">
                    <a:lumMod val="65000"/>
                    <a:lumOff val="35000"/>
                  </a:srgbClr>
                </a:solidFill>
              </a:defRPr>
            </a:lvl1pPr>
          </a:lstStyle>
          <a:p>
            <a:pPr algn="l"/>
            <a:r>
              <a:rPr lang="en-US" sz="1400" b="1" dirty="0">
                <a:solidFill>
                  <a:schemeClr val="tx1"/>
                </a:solidFill>
                <a:latin typeface="Arial Black" panose="020B0A04020102020204" pitchFamily="34" charset="0"/>
              </a:rPr>
              <a:t>UNITS PER TRIP – CAMPAIGN PARTICIPANTS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BBCC90-075B-5A5B-D149-BFFEE4493BB1}"/>
              </a:ext>
            </a:extLst>
          </p:cNvPr>
          <p:cNvSpPr/>
          <p:nvPr userDrawn="1"/>
        </p:nvSpPr>
        <p:spPr>
          <a:xfrm>
            <a:off x="5141882" y="3266861"/>
            <a:ext cx="1436750" cy="897635"/>
          </a:xfrm>
          <a:prstGeom prst="rect">
            <a:avLst/>
          </a:prstGeom>
          <a:solidFill>
            <a:srgbClr val="F0C056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1E0250-D060-8853-963F-E433CE9981B7}"/>
              </a:ext>
            </a:extLst>
          </p:cNvPr>
          <p:cNvSpPr/>
          <p:nvPr userDrawn="1"/>
        </p:nvSpPr>
        <p:spPr>
          <a:xfrm>
            <a:off x="10646415" y="3255832"/>
            <a:ext cx="1436750" cy="908664"/>
          </a:xfrm>
          <a:prstGeom prst="rect">
            <a:avLst/>
          </a:prstGeom>
          <a:solidFill>
            <a:srgbClr val="F0C056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9D305910-3FE3-CF7C-23DC-A1FA7E8FE3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41882" y="3266545"/>
            <a:ext cx="1436688" cy="1000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8808971-E59D-1DD1-12F2-DCF5D7B5EC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36083" y="3266545"/>
            <a:ext cx="1436687" cy="9890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560EBB3B-796E-7BFB-593F-816159852C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55201" y="6512617"/>
            <a:ext cx="4846320" cy="2435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Arial Black" panose="020B0A040201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000" dirty="0" err="1">
                <a:latin typeface="Arial Black" panose="020B0A04020102020204" pitchFamily="34" charset="0"/>
              </a:rPr>
              <a:t>Campaingn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476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ket Size"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25AC491-8B18-5E4F-82E7-7D2308A8B10D}"/>
              </a:ext>
            </a:extLst>
          </p:cNvPr>
          <p:cNvSpPr txBox="1">
            <a:spLocks/>
          </p:cNvSpPr>
          <p:nvPr userDrawn="1"/>
        </p:nvSpPr>
        <p:spPr>
          <a:xfrm>
            <a:off x="84282" y="6524532"/>
            <a:ext cx="246776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888A8E"/>
                </a:solidFill>
                <a:latin typeface="+mn-lt"/>
                <a:ea typeface="Verdana" charset="0"/>
                <a:cs typeface="Verdana" charset="0"/>
              </a:rPr>
              <a:t>2023 Catalina Confidential</a:t>
            </a:r>
            <a:endParaRPr lang="en-US" sz="900" b="1" dirty="0">
              <a:solidFill>
                <a:srgbClr val="D99B36"/>
              </a:solidFill>
              <a:latin typeface="+mn-lt"/>
              <a:ea typeface="Verdana" charset="0"/>
              <a:cs typeface="Verdana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1B6B29-0CD6-35CA-1FB9-6AD73AAFD7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4188" y="6445731"/>
            <a:ext cx="1231377" cy="249959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654B61-C8EB-38FA-DE70-A88DF93A7305}"/>
              </a:ext>
            </a:extLst>
          </p:cNvPr>
          <p:cNvCxnSpPr/>
          <p:nvPr userDrawn="1"/>
        </p:nvCxnSpPr>
        <p:spPr>
          <a:xfrm>
            <a:off x="10618191" y="6438297"/>
            <a:ext cx="0" cy="249959"/>
          </a:xfrm>
          <a:prstGeom prst="line">
            <a:avLst/>
          </a:prstGeom>
          <a:ln w="222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EBCDCAE3-CCD0-0953-180B-A6A4FDE689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94629" y="6391006"/>
            <a:ext cx="6558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F38EE-6C61-744A-9158-9D39D79F3D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48E656-FBC5-5DAB-140F-771F83BAA1C5}"/>
              </a:ext>
            </a:extLst>
          </p:cNvPr>
          <p:cNvSpPr txBox="1">
            <a:spLocks/>
          </p:cNvSpPr>
          <p:nvPr userDrawn="1"/>
        </p:nvSpPr>
        <p:spPr>
          <a:xfrm>
            <a:off x="262965" y="225817"/>
            <a:ext cx="10777805" cy="527104"/>
          </a:xfrm>
          <a:prstGeom prst="rect">
            <a:avLst/>
          </a:prstGeom>
        </p:spPr>
        <p:txBody>
          <a:bodyPr/>
          <a:lstStyle>
            <a:lvl1pPr algn="l" defTabSz="914318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0" baseline="0">
                <a:solidFill>
                  <a:srgbClr val="373F4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2400" dirty="0">
                <a:solidFill>
                  <a:schemeClr val="accent1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BASKET SIZE | </a:t>
            </a:r>
            <a:r>
              <a:rPr lang="en-US" sz="2400" dirty="0">
                <a:solidFill>
                  <a:srgbClr val="E66749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Campaign Participants</a:t>
            </a:r>
            <a:endParaRPr lang="en-US" sz="2400" dirty="0">
              <a:solidFill>
                <a:srgbClr val="E66749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A24C00-DD42-9489-DF62-B2142724D3E0}"/>
              </a:ext>
            </a:extLst>
          </p:cNvPr>
          <p:cNvSpPr txBox="1"/>
          <p:nvPr userDrawn="1"/>
        </p:nvSpPr>
        <p:spPr>
          <a:xfrm>
            <a:off x="294329" y="1078122"/>
            <a:ext cx="4993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914056">
              <a:defRPr/>
            </a:pPr>
            <a:r>
              <a:rPr lang="en-US" sz="1400" b="1" dirty="0">
                <a:latin typeface="Arial Black" panose="020B0A04020102020204" pitchFamily="34" charset="0"/>
                <a:cs typeface="Arial" panose="020B0604020202020204" pitchFamily="34" charset="0"/>
              </a:rPr>
              <a:t>AVG BASKET SIZE – VMR REWARD PERIOD</a:t>
            </a:r>
            <a:endParaRPr lang="en-US" sz="1400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4EADA3-B5C2-7E1F-2419-A7D6A50442CC}"/>
              </a:ext>
            </a:extLst>
          </p:cNvPr>
          <p:cNvSpPr txBox="1"/>
          <p:nvPr userDrawn="1"/>
        </p:nvSpPr>
        <p:spPr>
          <a:xfrm>
            <a:off x="6190149" y="1083794"/>
            <a:ext cx="55772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056">
              <a:defRPr/>
            </a:pPr>
            <a:r>
              <a:rPr lang="en-US" sz="1400" b="1" dirty="0">
                <a:latin typeface="Arial Black" panose="020B0A04020102020204" pitchFamily="34" charset="0"/>
                <a:cs typeface="Arial" panose="020B0604020202020204" pitchFamily="34" charset="0"/>
              </a:rPr>
              <a:t>AVG BASKET SIZE – VMR REDEMPTION PERIOD</a:t>
            </a:r>
            <a:endParaRPr lang="en-US" sz="1400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B0F6B73-EE2C-ED02-D5CD-A84BD601A2D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4211" y="4902414"/>
            <a:ext cx="1739924" cy="1739924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179E372-CED8-3074-97F6-EAE78FEDD4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90989" y="5272775"/>
            <a:ext cx="9126331" cy="914400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E66749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 Body"/>
              </a:defRPr>
            </a:lvl1pPr>
            <a:lvl2pPr marL="742950" indent="-285750">
              <a:buClr>
                <a:srgbClr val="E66749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 Body"/>
              </a:defRPr>
            </a:lvl2pPr>
            <a:lvl3pPr marL="1200150" indent="-285750">
              <a:buClr>
                <a:srgbClr val="E66749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 Body"/>
              </a:defRPr>
            </a:lvl3pPr>
            <a:lvl4pPr marL="1657350" indent="-285750">
              <a:buClr>
                <a:srgbClr val="E66749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 Body"/>
              </a:defRPr>
            </a:lvl4pPr>
            <a:lvl5pPr marL="2114550" indent="-285750">
              <a:buClr>
                <a:srgbClr val="E66749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 Body"/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0" name="Chart Placeholder 19">
            <a:extLst>
              <a:ext uri="{FF2B5EF4-FFF2-40B4-BE49-F238E27FC236}">
                <a16:creationId xmlns:a16="http://schemas.microsoft.com/office/drawing/2014/main" id="{CB54A02D-952F-304F-E135-6ED1C40C66B8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401238" y="1498521"/>
            <a:ext cx="4400640" cy="3145337"/>
          </a:xfrm>
          <a:prstGeom prst="rect">
            <a:avLst/>
          </a:prstGeom>
          <a:solidFill>
            <a:srgbClr val="E3E3E3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Chart Placeholder 23">
            <a:extLst>
              <a:ext uri="{FF2B5EF4-FFF2-40B4-BE49-F238E27FC236}">
                <a16:creationId xmlns:a16="http://schemas.microsoft.com/office/drawing/2014/main" id="{CC5D0F0F-BE9F-5C38-8AB1-A1E0FA06AEF2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6380739" y="1503283"/>
            <a:ext cx="4237451" cy="3149759"/>
          </a:xfrm>
          <a:prstGeom prst="rect">
            <a:avLst/>
          </a:prstGeom>
          <a:solidFill>
            <a:srgbClr val="E3E3E3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1A9F1C-8F1F-334C-12D6-50A7E497ABBB}"/>
              </a:ext>
            </a:extLst>
          </p:cNvPr>
          <p:cNvSpPr/>
          <p:nvPr userDrawn="1"/>
        </p:nvSpPr>
        <p:spPr>
          <a:xfrm>
            <a:off x="4366178" y="2300263"/>
            <a:ext cx="1707267" cy="1139060"/>
          </a:xfrm>
          <a:prstGeom prst="rect">
            <a:avLst/>
          </a:prstGeom>
          <a:solidFill>
            <a:srgbClr val="F0C0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Arial Black" panose="020B0A04020102020204" pitchFamily="34" charset="0"/>
              </a:rPr>
              <a:t>Promoted products </a:t>
            </a:r>
            <a:r>
              <a:rPr lang="en-US" sz="1050" b="1" dirty="0">
                <a:solidFill>
                  <a:schemeClr val="bg1"/>
                </a:solidFill>
              </a:rPr>
              <a:t>accounted for </a:t>
            </a:r>
            <a:r>
              <a:rPr lang="en-US" sz="2000" b="1" dirty="0">
                <a:solidFill>
                  <a:schemeClr val="bg1"/>
                </a:solidFill>
                <a:latin typeface="Arial Black" panose="020B0A04020102020204" pitchFamily="34" charset="0"/>
              </a:rPr>
              <a:t>         </a:t>
            </a:r>
            <a:r>
              <a:rPr lang="en-US" sz="1050" b="1" dirty="0">
                <a:solidFill>
                  <a:schemeClr val="bg1"/>
                </a:solidFill>
              </a:rPr>
              <a:t>of Reward baskets dollars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4FD560-EECA-1AC9-00EF-427C6BA1E3B1}"/>
              </a:ext>
            </a:extLst>
          </p:cNvPr>
          <p:cNvSpPr/>
          <p:nvPr userDrawn="1"/>
        </p:nvSpPr>
        <p:spPr>
          <a:xfrm>
            <a:off x="10155589" y="2462853"/>
            <a:ext cx="1707267" cy="1161784"/>
          </a:xfrm>
          <a:prstGeom prst="rect">
            <a:avLst/>
          </a:prstGeom>
          <a:solidFill>
            <a:srgbClr val="F0C0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rial Black" panose="020B0A04020102020204" pitchFamily="34" charset="0"/>
              </a:rPr>
              <a:t>       </a:t>
            </a:r>
            <a:r>
              <a:rPr lang="en-US" sz="1050" b="1" dirty="0"/>
              <a:t>of NSO Redemption baskets contained a </a:t>
            </a:r>
            <a:r>
              <a:rPr lang="en-US" sz="1200" b="1" dirty="0">
                <a:latin typeface="Arial Black" panose="020B0A04020102020204" pitchFamily="34" charset="0"/>
              </a:rPr>
              <a:t>Promoted product</a:t>
            </a:r>
            <a:endParaRPr lang="en-US" sz="1050" b="1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36F82BFE-3B4E-5387-7A1F-1E803860B7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1118" y="2874912"/>
            <a:ext cx="794068" cy="3155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dirty="0"/>
              <a:t>$14.97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566D6583-0A95-BA7A-72BA-4D02CB0868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334492" y="2615357"/>
            <a:ext cx="853634" cy="407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dirty="0"/>
              <a:t>Pc%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6AD0B818-7028-47EF-865C-C3C51F990D8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55201" y="6512617"/>
            <a:ext cx="4480560" cy="2435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Arial Black" panose="020B0A040201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000" dirty="0" err="1">
                <a:latin typeface="Arial Black" panose="020B0A04020102020204" pitchFamily="34" charset="0"/>
              </a:rPr>
              <a:t>Campaingn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458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-Period Profile and Repeat"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25AC491-8B18-5E4F-82E7-7D2308A8B10D}"/>
              </a:ext>
            </a:extLst>
          </p:cNvPr>
          <p:cNvSpPr txBox="1">
            <a:spLocks/>
          </p:cNvSpPr>
          <p:nvPr userDrawn="1"/>
        </p:nvSpPr>
        <p:spPr>
          <a:xfrm>
            <a:off x="84282" y="6524532"/>
            <a:ext cx="246776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888A8E"/>
                </a:solidFill>
                <a:latin typeface="+mn-lt"/>
                <a:ea typeface="Verdana" charset="0"/>
                <a:cs typeface="Verdana" charset="0"/>
              </a:rPr>
              <a:t>2023 Catalina Confidential</a:t>
            </a:r>
            <a:endParaRPr lang="en-US" sz="900" b="1" dirty="0">
              <a:solidFill>
                <a:srgbClr val="D99B36"/>
              </a:solidFill>
              <a:latin typeface="+mn-lt"/>
              <a:ea typeface="Verdana" charset="0"/>
              <a:cs typeface="Verdana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1B6B29-0CD6-35CA-1FB9-6AD73AAFD7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4188" y="6445731"/>
            <a:ext cx="1231377" cy="249959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654B61-C8EB-38FA-DE70-A88DF93A7305}"/>
              </a:ext>
            </a:extLst>
          </p:cNvPr>
          <p:cNvCxnSpPr/>
          <p:nvPr userDrawn="1"/>
        </p:nvCxnSpPr>
        <p:spPr>
          <a:xfrm>
            <a:off x="10618191" y="6438297"/>
            <a:ext cx="0" cy="249959"/>
          </a:xfrm>
          <a:prstGeom prst="line">
            <a:avLst/>
          </a:prstGeom>
          <a:ln w="222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EBCDCAE3-CCD0-0953-180B-A6A4FDE689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94629" y="6391006"/>
            <a:ext cx="6558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F38EE-6C61-744A-9158-9D39D79F3D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1222A68-E9E1-99CC-CBC6-0DB11A8CFDA7}"/>
              </a:ext>
            </a:extLst>
          </p:cNvPr>
          <p:cNvSpPr txBox="1">
            <a:spLocks/>
          </p:cNvSpPr>
          <p:nvPr userDrawn="1"/>
        </p:nvSpPr>
        <p:spPr>
          <a:xfrm>
            <a:off x="123819" y="225817"/>
            <a:ext cx="10777805" cy="527104"/>
          </a:xfrm>
          <a:prstGeom prst="rect">
            <a:avLst/>
          </a:prstGeom>
        </p:spPr>
        <p:txBody>
          <a:bodyPr/>
          <a:lstStyle>
            <a:lvl1pPr algn="l" defTabSz="914318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0" baseline="0">
                <a:solidFill>
                  <a:srgbClr val="373F4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2400" dirty="0">
                <a:solidFill>
                  <a:schemeClr val="accent1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PRIOR PERIOD PROFILE AND REPEAT | </a:t>
            </a:r>
            <a:r>
              <a:rPr lang="en-US" sz="2400" dirty="0">
                <a:solidFill>
                  <a:srgbClr val="E66749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Campaign Participants</a:t>
            </a:r>
            <a:endParaRPr lang="en-US" sz="2400" dirty="0">
              <a:solidFill>
                <a:srgbClr val="E66749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5BFFDD-CC1C-A09D-C804-C9895FA45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621" y="914400"/>
            <a:ext cx="11195354" cy="866346"/>
          </a:xfrm>
          <a:prstGeom prst="rect">
            <a:avLst/>
          </a:prstGeom>
        </p:spPr>
        <p:txBody>
          <a:bodyPr/>
          <a:lstStyle>
            <a:lvl1pPr>
              <a:buClr>
                <a:srgbClr val="E66749"/>
              </a:buClr>
              <a:defRPr sz="1600">
                <a:solidFill>
                  <a:schemeClr val="tx1"/>
                </a:solidFill>
                <a:latin typeface="Arial Body"/>
              </a:defRPr>
            </a:lvl1pPr>
            <a:lvl2pPr>
              <a:defRPr sz="1600">
                <a:solidFill>
                  <a:schemeClr val="tx1"/>
                </a:solidFill>
                <a:latin typeface="Arial Body"/>
              </a:defRPr>
            </a:lvl2pPr>
            <a:lvl3pPr>
              <a:defRPr sz="1600">
                <a:solidFill>
                  <a:schemeClr val="tx1"/>
                </a:solidFill>
                <a:latin typeface="Arial Body"/>
              </a:defRPr>
            </a:lvl3pPr>
            <a:lvl4pPr>
              <a:defRPr sz="1600">
                <a:solidFill>
                  <a:schemeClr val="tx1"/>
                </a:solidFill>
                <a:latin typeface="Arial Body"/>
              </a:defRPr>
            </a:lvl4pPr>
            <a:lvl5pPr>
              <a:defRPr sz="1600">
                <a:solidFill>
                  <a:schemeClr val="tx1"/>
                </a:solidFill>
                <a:latin typeface="Arial Body"/>
              </a:defRPr>
            </a:lvl5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157AF4-3DCD-2ADE-8991-F4CD53C9FB23}"/>
              </a:ext>
            </a:extLst>
          </p:cNvPr>
          <p:cNvSpPr txBox="1"/>
          <p:nvPr userDrawn="1"/>
        </p:nvSpPr>
        <p:spPr>
          <a:xfrm>
            <a:off x="6279387" y="1942225"/>
            <a:ext cx="5110855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b="0" i="0" u="none" strike="noStrike" spc="0" baseline="0">
                <a:solidFill>
                  <a:srgbClr val="000000">
                    <a:lumMod val="65000"/>
                    <a:lumOff val="35000"/>
                  </a:srgbClr>
                </a:solidFill>
              </a:defRPr>
            </a:lvl1pPr>
          </a:lstStyle>
          <a:p>
            <a:pPr algn="l"/>
            <a:r>
              <a:rPr lang="en-US" sz="1400" b="1" dirty="0">
                <a:solidFill>
                  <a:schemeClr val="tx1"/>
                </a:solidFill>
                <a:latin typeface="Arial Black" panose="020B0A04020102020204" pitchFamily="34" charset="0"/>
              </a:rPr>
              <a:t>REPURCHASE RATE – through VMR POST PERIOD</a:t>
            </a:r>
          </a:p>
          <a:p>
            <a:pPr algn="l"/>
            <a:r>
              <a:rPr lang="en-US" sz="1400" b="1" dirty="0">
                <a:solidFill>
                  <a:schemeClr val="tx1"/>
                </a:solidFill>
                <a:latin typeface="Arial Black" panose="020B0A04020102020204" pitchFamily="34" charset="0"/>
              </a:rPr>
              <a:t>Campaign Participants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9F676B-A45D-4F70-8E33-59420D41B949}"/>
              </a:ext>
            </a:extLst>
          </p:cNvPr>
          <p:cNvSpPr txBox="1"/>
          <p:nvPr userDrawn="1"/>
        </p:nvSpPr>
        <p:spPr>
          <a:xfrm>
            <a:off x="542620" y="1942224"/>
            <a:ext cx="5480493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b="0" i="0" u="none" strike="noStrike" spc="0" baseline="0">
                <a:solidFill>
                  <a:srgbClr val="000000">
                    <a:lumMod val="65000"/>
                    <a:lumOff val="35000"/>
                  </a:srgbClr>
                </a:solidFill>
              </a:defRPr>
            </a:lvl1pPr>
          </a:lstStyle>
          <a:p>
            <a:pPr algn="l"/>
            <a:r>
              <a:rPr lang="en-US" sz="1400" b="1" dirty="0">
                <a:solidFill>
                  <a:schemeClr val="tx1"/>
                </a:solidFill>
                <a:latin typeface="Arial Black" panose="020B0A04020102020204" pitchFamily="34" charset="0"/>
              </a:rPr>
              <a:t>PRIOR 52 WKS PERIOD PROFILE – Campaign Participants </a:t>
            </a:r>
          </a:p>
        </p:txBody>
      </p:sp>
      <p:sp>
        <p:nvSpPr>
          <p:cNvPr id="16" name="Chart Placeholder 15">
            <a:extLst>
              <a:ext uri="{FF2B5EF4-FFF2-40B4-BE49-F238E27FC236}">
                <a16:creationId xmlns:a16="http://schemas.microsoft.com/office/drawing/2014/main" id="{40593511-1B26-D419-617A-61CB01343DFF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542925" y="2465388"/>
            <a:ext cx="5368925" cy="3595170"/>
          </a:xfrm>
          <a:prstGeom prst="rect">
            <a:avLst/>
          </a:prstGeom>
          <a:solidFill>
            <a:srgbClr val="E3E3E3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Chart Placeholder 18">
            <a:extLst>
              <a:ext uri="{FF2B5EF4-FFF2-40B4-BE49-F238E27FC236}">
                <a16:creationId xmlns:a16="http://schemas.microsoft.com/office/drawing/2014/main" id="{32F58E97-4D77-AD16-FA73-05247B3FED14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6280150" y="2465388"/>
            <a:ext cx="5457825" cy="3595687"/>
          </a:xfrm>
          <a:prstGeom prst="rect">
            <a:avLst/>
          </a:prstGeom>
          <a:solidFill>
            <a:srgbClr val="E3E3E3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690ED864-EAA2-19C4-C4B6-3A4789CB9D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55201" y="6293959"/>
            <a:ext cx="4389120" cy="2435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Arial Black" panose="020B0A040201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000" dirty="0" err="1">
                <a:latin typeface="Arial Black" panose="020B0A04020102020204" pitchFamily="34" charset="0"/>
              </a:rPr>
              <a:t>Campaingn</a:t>
            </a:r>
            <a:endParaRPr lang="en-US" sz="1000" dirty="0">
              <a:latin typeface="Arial Black" panose="020B0A040201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00" dirty="0" err="1">
                <a:latin typeface="Arial Black" panose="020B0A04020102020204" pitchFamily="34" charset="0"/>
              </a:rPr>
              <a:t>Campaingn</a:t>
            </a:r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83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MR Campaign Trends by Seg"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25AC491-8B18-5E4F-82E7-7D2308A8B10D}"/>
              </a:ext>
            </a:extLst>
          </p:cNvPr>
          <p:cNvSpPr txBox="1">
            <a:spLocks/>
          </p:cNvSpPr>
          <p:nvPr userDrawn="1"/>
        </p:nvSpPr>
        <p:spPr>
          <a:xfrm>
            <a:off x="84282" y="6524532"/>
            <a:ext cx="246776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888A8E"/>
                </a:solidFill>
                <a:latin typeface="+mn-lt"/>
                <a:ea typeface="Verdana" charset="0"/>
                <a:cs typeface="Verdana" charset="0"/>
              </a:rPr>
              <a:t>2023 Catalina Confidential</a:t>
            </a:r>
            <a:endParaRPr lang="en-US" sz="900" b="1" dirty="0">
              <a:solidFill>
                <a:srgbClr val="D99B36"/>
              </a:solidFill>
              <a:latin typeface="+mn-lt"/>
              <a:ea typeface="Verdana" charset="0"/>
              <a:cs typeface="Verdana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1B6B29-0CD6-35CA-1FB9-6AD73AAFD7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4188" y="6445731"/>
            <a:ext cx="1231377" cy="249959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654B61-C8EB-38FA-DE70-A88DF93A7305}"/>
              </a:ext>
            </a:extLst>
          </p:cNvPr>
          <p:cNvCxnSpPr/>
          <p:nvPr userDrawn="1"/>
        </p:nvCxnSpPr>
        <p:spPr>
          <a:xfrm>
            <a:off x="10618191" y="6438297"/>
            <a:ext cx="0" cy="249959"/>
          </a:xfrm>
          <a:prstGeom prst="line">
            <a:avLst/>
          </a:prstGeom>
          <a:ln w="222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EBCDCAE3-CCD0-0953-180B-A6A4FDE689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94629" y="6391006"/>
            <a:ext cx="6558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F38EE-6C61-744A-9158-9D39D79F3D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E7F7957-8995-EE81-2681-366C0622F668}"/>
              </a:ext>
            </a:extLst>
          </p:cNvPr>
          <p:cNvSpPr txBox="1">
            <a:spLocks/>
          </p:cNvSpPr>
          <p:nvPr userDrawn="1"/>
        </p:nvSpPr>
        <p:spPr>
          <a:xfrm>
            <a:off x="123819" y="225817"/>
            <a:ext cx="10777805" cy="527104"/>
          </a:xfrm>
          <a:prstGeom prst="rect">
            <a:avLst/>
          </a:prstGeom>
        </p:spPr>
        <p:txBody>
          <a:bodyPr/>
          <a:lstStyle>
            <a:lvl1pPr algn="l" defTabSz="914318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0" baseline="0">
                <a:solidFill>
                  <a:srgbClr val="373F4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2400" dirty="0">
                <a:solidFill>
                  <a:schemeClr val="accent1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VMR CAMPAIGN TRENDS by SEGMENT | </a:t>
            </a:r>
            <a:r>
              <a:rPr lang="en-US" sz="2400" dirty="0">
                <a:solidFill>
                  <a:srgbClr val="E66749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Campaign Participants </a:t>
            </a:r>
            <a:endParaRPr lang="en-US" sz="2400" dirty="0">
              <a:solidFill>
                <a:srgbClr val="E66749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58F2907-3711-A2A5-A87E-B56FD01C22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8590" y="862013"/>
            <a:ext cx="10253032" cy="711200"/>
          </a:xfrm>
          <a:prstGeom prst="rect">
            <a:avLst/>
          </a:prstGeom>
        </p:spPr>
        <p:txBody>
          <a:bodyPr/>
          <a:lstStyle>
            <a:lvl1pPr>
              <a:buClr>
                <a:srgbClr val="E66749"/>
              </a:buClr>
              <a:defRPr sz="1600">
                <a:solidFill>
                  <a:schemeClr val="tx1"/>
                </a:solidFill>
                <a:latin typeface="Arial Body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FEC2CA-2C4D-761F-67B8-83DF5FF66187}"/>
              </a:ext>
            </a:extLst>
          </p:cNvPr>
          <p:cNvSpPr txBox="1"/>
          <p:nvPr userDrawn="1"/>
        </p:nvSpPr>
        <p:spPr>
          <a:xfrm>
            <a:off x="307936" y="1820230"/>
            <a:ext cx="465169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 i="0" u="none" strike="noStrike" spc="0" baseline="0">
                <a:latin typeface="Arial Black" panose="020B0A04020102020204" pitchFamily="34" charset="0"/>
              </a:defRPr>
            </a:lvl1pPr>
          </a:lstStyle>
          <a:p>
            <a:r>
              <a:rPr lang="en-US" sz="1400" dirty="0"/>
              <a:t>VMR PERIOD - %CHG VS YAGO</a:t>
            </a:r>
          </a:p>
        </p:txBody>
      </p:sp>
      <p:sp>
        <p:nvSpPr>
          <p:cNvPr id="15" name="Chart Placeholder 14">
            <a:extLst>
              <a:ext uri="{FF2B5EF4-FFF2-40B4-BE49-F238E27FC236}">
                <a16:creationId xmlns:a16="http://schemas.microsoft.com/office/drawing/2014/main" id="{2FC3ECAF-0E2B-5194-563B-59AD660C0C26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206444" y="2128009"/>
            <a:ext cx="6076881" cy="4071180"/>
          </a:xfrm>
          <a:prstGeom prst="rect">
            <a:avLst/>
          </a:prstGeom>
          <a:solidFill>
            <a:srgbClr val="E3E3E3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able Placeholder 17">
            <a:extLst>
              <a:ext uri="{FF2B5EF4-FFF2-40B4-BE49-F238E27FC236}">
                <a16:creationId xmlns:a16="http://schemas.microsoft.com/office/drawing/2014/main" id="{277FF344-AC6B-8F38-4B95-DC81D78B90F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421437" y="2128007"/>
            <a:ext cx="5564119" cy="407118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8883DC-FF93-18A9-9093-857127CADBBF}"/>
              </a:ext>
            </a:extLst>
          </p:cNvPr>
          <p:cNvSpPr txBox="1"/>
          <p:nvPr userDrawn="1"/>
        </p:nvSpPr>
        <p:spPr>
          <a:xfrm>
            <a:off x="6610278" y="1820230"/>
            <a:ext cx="480789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 i="0" u="none" strike="noStrike" spc="0" baseline="0">
                <a:latin typeface="Arial Black" panose="020B0A04020102020204" pitchFamily="34" charset="0"/>
              </a:defRPr>
            </a:lvl1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CAMPAIGN PERIOD VS YAGO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3C27E486-9C10-7E77-70A2-640469D1CB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55201" y="6333715"/>
            <a:ext cx="4846320" cy="2435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Arial Black" panose="020B0A040201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000" dirty="0" err="1">
                <a:latin typeface="Arial Black" panose="020B0A04020102020204" pitchFamily="34" charset="0"/>
              </a:rPr>
              <a:t>Campaingn</a:t>
            </a:r>
            <a:endParaRPr lang="en-US" sz="1000" dirty="0">
              <a:latin typeface="Arial Black" panose="020B0A040201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00" dirty="0" err="1">
                <a:latin typeface="Arial Black" panose="020B0A04020102020204" pitchFamily="34" charset="0"/>
              </a:rPr>
              <a:t>Campaingn</a:t>
            </a:r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291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ments purchased"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25AC491-8B18-5E4F-82E7-7D2308A8B10D}"/>
              </a:ext>
            </a:extLst>
          </p:cNvPr>
          <p:cNvSpPr txBox="1">
            <a:spLocks/>
          </p:cNvSpPr>
          <p:nvPr userDrawn="1"/>
        </p:nvSpPr>
        <p:spPr>
          <a:xfrm>
            <a:off x="84282" y="6524532"/>
            <a:ext cx="246776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888A8E"/>
                </a:solidFill>
                <a:latin typeface="+mn-lt"/>
                <a:ea typeface="Verdana" charset="0"/>
                <a:cs typeface="Verdana" charset="0"/>
              </a:rPr>
              <a:t>2023 Catalina Confidential</a:t>
            </a:r>
            <a:endParaRPr lang="en-US" sz="900" b="1" dirty="0">
              <a:solidFill>
                <a:srgbClr val="D99B36"/>
              </a:solidFill>
              <a:latin typeface="+mn-lt"/>
              <a:ea typeface="Verdana" charset="0"/>
              <a:cs typeface="Verdana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1B6B29-0CD6-35CA-1FB9-6AD73AAFD7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4188" y="6445731"/>
            <a:ext cx="1231377" cy="249959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654B61-C8EB-38FA-DE70-A88DF93A7305}"/>
              </a:ext>
            </a:extLst>
          </p:cNvPr>
          <p:cNvCxnSpPr/>
          <p:nvPr userDrawn="1"/>
        </p:nvCxnSpPr>
        <p:spPr>
          <a:xfrm>
            <a:off x="10618191" y="6438297"/>
            <a:ext cx="0" cy="249959"/>
          </a:xfrm>
          <a:prstGeom prst="line">
            <a:avLst/>
          </a:prstGeom>
          <a:ln w="222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EBCDCAE3-CCD0-0953-180B-A6A4FDE689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94629" y="6391006"/>
            <a:ext cx="6558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F38EE-6C61-744A-9158-9D39D79F3D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99E8183-A345-06EF-B9DE-06571C5C810C}"/>
              </a:ext>
            </a:extLst>
          </p:cNvPr>
          <p:cNvSpPr txBox="1">
            <a:spLocks/>
          </p:cNvSpPr>
          <p:nvPr userDrawn="1"/>
        </p:nvSpPr>
        <p:spPr>
          <a:xfrm>
            <a:off x="58503" y="127843"/>
            <a:ext cx="12089955" cy="527104"/>
          </a:xfrm>
          <a:prstGeom prst="rect">
            <a:avLst/>
          </a:prstGeom>
        </p:spPr>
        <p:txBody>
          <a:bodyPr/>
          <a:lstStyle>
            <a:lvl1pPr algn="l" defTabSz="914318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0" baseline="0">
                <a:solidFill>
                  <a:srgbClr val="373F4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2400" dirty="0">
                <a:solidFill>
                  <a:schemeClr val="accent1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SEGMENTS PURCHASED ON REWARD TRIP </a:t>
            </a:r>
            <a:r>
              <a:rPr lang="en-US" sz="2800" dirty="0">
                <a:solidFill>
                  <a:schemeClr val="accent1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| </a:t>
            </a:r>
            <a:r>
              <a:rPr lang="en-US" sz="2400" dirty="0">
                <a:solidFill>
                  <a:srgbClr val="E66749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Campaign Participants</a:t>
            </a:r>
            <a:endParaRPr lang="en-US" sz="2400" dirty="0">
              <a:solidFill>
                <a:srgbClr val="E66749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F782ADC-C579-7794-BD7B-97B5C17241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9150" y="914401"/>
            <a:ext cx="10452100" cy="527104"/>
          </a:xfrm>
          <a:prstGeom prst="rect">
            <a:avLst/>
          </a:prstGeom>
        </p:spPr>
        <p:txBody>
          <a:bodyPr/>
          <a:lstStyle>
            <a:lvl1pPr>
              <a:buClr>
                <a:srgbClr val="E66749"/>
              </a:buClr>
              <a:defRPr sz="1600">
                <a:solidFill>
                  <a:schemeClr val="tx1"/>
                </a:solidFill>
                <a:latin typeface="Arial Body"/>
              </a:defRPr>
            </a:lvl1pPr>
            <a:lvl2pPr>
              <a:defRPr sz="1600">
                <a:solidFill>
                  <a:schemeClr val="tx1"/>
                </a:solidFill>
                <a:latin typeface="Arial Body"/>
              </a:defRPr>
            </a:lvl2pPr>
            <a:lvl3pPr>
              <a:defRPr sz="1600">
                <a:solidFill>
                  <a:schemeClr val="tx1"/>
                </a:solidFill>
                <a:latin typeface="Arial Body"/>
              </a:defRPr>
            </a:lvl3pPr>
            <a:lvl4pPr>
              <a:defRPr sz="1600">
                <a:solidFill>
                  <a:schemeClr val="tx1"/>
                </a:solidFill>
                <a:latin typeface="Arial Body"/>
              </a:defRPr>
            </a:lvl4pPr>
            <a:lvl5pPr>
              <a:defRPr sz="1600">
                <a:solidFill>
                  <a:schemeClr val="tx1"/>
                </a:solidFill>
                <a:latin typeface="Arial Body"/>
              </a:defRPr>
            </a:lvl5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F567E0-D76C-6E22-21ED-A4461D089913}"/>
              </a:ext>
            </a:extLst>
          </p:cNvPr>
          <p:cNvSpPr txBox="1"/>
          <p:nvPr userDrawn="1"/>
        </p:nvSpPr>
        <p:spPr>
          <a:xfrm>
            <a:off x="2926297" y="1589379"/>
            <a:ext cx="64171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56">
              <a:defRPr/>
            </a:pPr>
            <a:r>
              <a:rPr lang="en-US" sz="1400" b="1" dirty="0">
                <a:solidFill>
                  <a:srgbClr val="0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TOP COMBINATIONS PURCHASED ON REWARD BASKET</a:t>
            </a:r>
            <a:endParaRPr lang="en-US" sz="1400" dirty="0">
              <a:solidFill>
                <a:srgbClr val="00000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hart Placeholder 13">
            <a:extLst>
              <a:ext uri="{FF2B5EF4-FFF2-40B4-BE49-F238E27FC236}">
                <a16:creationId xmlns:a16="http://schemas.microsoft.com/office/drawing/2014/main" id="{128C7C68-188D-E66F-782E-2A378C458CFC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361950" y="1897156"/>
            <a:ext cx="11545888" cy="4290919"/>
          </a:xfrm>
          <a:prstGeom prst="rect">
            <a:avLst/>
          </a:prstGeom>
          <a:solidFill>
            <a:srgbClr val="E3E3E3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726792AA-7D15-52C3-641B-4B6D4A7454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55201" y="6512617"/>
            <a:ext cx="4663440" cy="2435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Arial Black" panose="020B0A040201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000" dirty="0" err="1">
                <a:latin typeface="Arial Black" panose="020B0A04020102020204" pitchFamily="34" charset="0"/>
              </a:rPr>
              <a:t>Campaingn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606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Segment Purchase"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25AC491-8B18-5E4F-82E7-7D2308A8B10D}"/>
              </a:ext>
            </a:extLst>
          </p:cNvPr>
          <p:cNvSpPr txBox="1">
            <a:spLocks/>
          </p:cNvSpPr>
          <p:nvPr userDrawn="1"/>
        </p:nvSpPr>
        <p:spPr>
          <a:xfrm>
            <a:off x="84282" y="6524532"/>
            <a:ext cx="246776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888A8E"/>
                </a:solidFill>
                <a:latin typeface="+mn-lt"/>
                <a:ea typeface="Verdana" charset="0"/>
                <a:cs typeface="Verdana" charset="0"/>
              </a:rPr>
              <a:t>2023 Catalina Confidential</a:t>
            </a:r>
            <a:endParaRPr lang="en-US" sz="900" b="1" dirty="0">
              <a:solidFill>
                <a:srgbClr val="D99B36"/>
              </a:solidFill>
              <a:latin typeface="+mn-lt"/>
              <a:ea typeface="Verdana" charset="0"/>
              <a:cs typeface="Verdana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1B6B29-0CD6-35CA-1FB9-6AD73AAFD7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4188" y="6445731"/>
            <a:ext cx="1231377" cy="249959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654B61-C8EB-38FA-DE70-A88DF93A7305}"/>
              </a:ext>
            </a:extLst>
          </p:cNvPr>
          <p:cNvCxnSpPr/>
          <p:nvPr userDrawn="1"/>
        </p:nvCxnSpPr>
        <p:spPr>
          <a:xfrm>
            <a:off x="10618191" y="6438297"/>
            <a:ext cx="0" cy="249959"/>
          </a:xfrm>
          <a:prstGeom prst="line">
            <a:avLst/>
          </a:prstGeom>
          <a:ln w="222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EBCDCAE3-CCD0-0953-180B-A6A4FDE689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94629" y="6391006"/>
            <a:ext cx="6558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F38EE-6C61-744A-9158-9D39D79F3D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BDE3CA4-DD71-2010-9661-2A5739635E9C}"/>
              </a:ext>
            </a:extLst>
          </p:cNvPr>
          <p:cNvSpPr txBox="1">
            <a:spLocks/>
          </p:cNvSpPr>
          <p:nvPr userDrawn="1"/>
        </p:nvSpPr>
        <p:spPr>
          <a:xfrm>
            <a:off x="123819" y="225817"/>
            <a:ext cx="10777805" cy="527104"/>
          </a:xfrm>
          <a:prstGeom prst="rect">
            <a:avLst/>
          </a:prstGeom>
        </p:spPr>
        <p:txBody>
          <a:bodyPr/>
          <a:lstStyle>
            <a:lvl1pPr algn="l" defTabSz="914318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0" baseline="0">
                <a:solidFill>
                  <a:srgbClr val="373F4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2400" dirty="0">
                <a:solidFill>
                  <a:schemeClr val="accent1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NEW SEGMENT PURCHASE | </a:t>
            </a:r>
            <a:r>
              <a:rPr lang="en-US" sz="2400" dirty="0">
                <a:solidFill>
                  <a:srgbClr val="E66749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Campaign Participants</a:t>
            </a:r>
            <a:endParaRPr lang="en-US" sz="2400" dirty="0">
              <a:solidFill>
                <a:srgbClr val="E66749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2AA47B-14B6-E010-00B3-8762A4E6F0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9288" y="850789"/>
            <a:ext cx="11004550" cy="822558"/>
          </a:xfrm>
          <a:prstGeom prst="rect">
            <a:avLst/>
          </a:prstGeom>
        </p:spPr>
        <p:txBody>
          <a:bodyPr/>
          <a:lstStyle>
            <a:lvl1pPr>
              <a:buClr>
                <a:srgbClr val="E66749"/>
              </a:buClr>
              <a:defRPr sz="1600">
                <a:solidFill>
                  <a:schemeClr val="tx1"/>
                </a:solidFill>
                <a:latin typeface="Arial Body"/>
              </a:defRPr>
            </a:lvl1pPr>
            <a:lvl2pPr>
              <a:defRPr sz="1600">
                <a:solidFill>
                  <a:schemeClr val="tx1"/>
                </a:solidFill>
                <a:latin typeface="Arial Body"/>
              </a:defRPr>
            </a:lvl2pPr>
            <a:lvl3pPr>
              <a:defRPr sz="1600">
                <a:solidFill>
                  <a:schemeClr val="tx1"/>
                </a:solidFill>
                <a:latin typeface="Arial Body"/>
              </a:defRPr>
            </a:lvl3pPr>
            <a:lvl4pPr>
              <a:defRPr sz="1600">
                <a:solidFill>
                  <a:schemeClr val="tx1"/>
                </a:solidFill>
                <a:latin typeface="Arial Body"/>
              </a:defRPr>
            </a:lvl4pPr>
            <a:lvl5pPr>
              <a:defRPr sz="1600">
                <a:solidFill>
                  <a:schemeClr val="tx1"/>
                </a:solidFill>
                <a:latin typeface="Arial Body"/>
              </a:defRPr>
            </a:lvl5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0FDF7A-799D-600B-5182-0E3B07AB87EB}"/>
              </a:ext>
            </a:extLst>
          </p:cNvPr>
          <p:cNvSpPr txBox="1"/>
          <p:nvPr userDrawn="1"/>
        </p:nvSpPr>
        <p:spPr>
          <a:xfrm>
            <a:off x="591955" y="1806871"/>
            <a:ext cx="5103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56">
              <a:defRPr/>
            </a:pPr>
            <a:r>
              <a:rPr lang="en-US" sz="1400" b="1" dirty="0">
                <a:latin typeface="Arial Black" panose="020B0A04020102020204" pitchFamily="34" charset="0"/>
                <a:cs typeface="Arial" panose="020B0604020202020204" pitchFamily="34" charset="0"/>
              </a:rPr>
              <a:t>% OF EXISTING BUYERS THAT PURCHASED A NEW SEGMENT ON REWARD TRIP</a:t>
            </a:r>
            <a:endParaRPr lang="en-US" sz="1400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A285D4-2070-1810-BD3C-7560EA0FA8C6}"/>
              </a:ext>
            </a:extLst>
          </p:cNvPr>
          <p:cNvSpPr txBox="1"/>
          <p:nvPr userDrawn="1"/>
        </p:nvSpPr>
        <p:spPr>
          <a:xfrm>
            <a:off x="6034078" y="1816811"/>
            <a:ext cx="57333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56">
              <a:defRPr/>
            </a:pPr>
            <a:r>
              <a:rPr lang="en-US" sz="1400" b="1" dirty="0">
                <a:latin typeface="Arial Black" panose="020B0A04020102020204" pitchFamily="34" charset="0"/>
                <a:cs typeface="Arial" panose="020B0604020202020204" pitchFamily="34" charset="0"/>
              </a:rPr>
              <a:t>AMONG EXISTING BUYERS THAT TRIED A NEW SEGMENT, WHAT % TRIED EACH SEGMENT</a:t>
            </a:r>
            <a:endParaRPr lang="en-US" sz="1400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Chart Placeholder 15">
            <a:extLst>
              <a:ext uri="{FF2B5EF4-FFF2-40B4-BE49-F238E27FC236}">
                <a16:creationId xmlns:a16="http://schemas.microsoft.com/office/drawing/2014/main" id="{AECC457B-CBD0-D73E-4E0E-76A282A6C78D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653302" y="2355469"/>
            <a:ext cx="4339294" cy="3897312"/>
          </a:xfrm>
          <a:prstGeom prst="rect">
            <a:avLst/>
          </a:prstGeom>
          <a:solidFill>
            <a:srgbClr val="E3E3E3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Chart Placeholder 18">
            <a:extLst>
              <a:ext uri="{FF2B5EF4-FFF2-40B4-BE49-F238E27FC236}">
                <a16:creationId xmlns:a16="http://schemas.microsoft.com/office/drawing/2014/main" id="{C52E9F6E-8EA3-CF56-CA52-32ED32A8C7F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6096000" y="2355738"/>
            <a:ext cx="5557835" cy="3897312"/>
          </a:xfrm>
          <a:prstGeom prst="rect">
            <a:avLst/>
          </a:prstGeom>
          <a:solidFill>
            <a:srgbClr val="E3E3E3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91172DAB-B008-3ACA-BEA4-195D4FA03DD8}"/>
              </a:ext>
            </a:extLst>
          </p:cNvPr>
          <p:cNvSpPr/>
          <p:nvPr userDrawn="1"/>
        </p:nvSpPr>
        <p:spPr>
          <a:xfrm>
            <a:off x="4665434" y="4191187"/>
            <a:ext cx="1527048" cy="507831"/>
          </a:xfrm>
          <a:prstGeom prst="rightArrow">
            <a:avLst/>
          </a:prstGeom>
          <a:solidFill>
            <a:srgbClr val="E667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854CC26D-CB7D-B831-8B2A-2AAB156BFF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55201" y="6512617"/>
            <a:ext cx="4297680" cy="2435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Arial Black" panose="020B0A040201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000" dirty="0" err="1">
                <a:latin typeface="Arial Black" panose="020B0A04020102020204" pitchFamily="34" charset="0"/>
              </a:rPr>
              <a:t>Campaingn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790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25AC491-8B18-5E4F-82E7-7D2308A8B10D}"/>
              </a:ext>
            </a:extLst>
          </p:cNvPr>
          <p:cNvSpPr txBox="1">
            <a:spLocks/>
          </p:cNvSpPr>
          <p:nvPr userDrawn="1"/>
        </p:nvSpPr>
        <p:spPr>
          <a:xfrm>
            <a:off x="84282" y="6524532"/>
            <a:ext cx="246776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888A8E"/>
                </a:solidFill>
                <a:latin typeface="+mn-lt"/>
                <a:ea typeface="Verdana" charset="0"/>
                <a:cs typeface="Verdana" charset="0"/>
              </a:rPr>
              <a:t>2023 Catalina Confidential</a:t>
            </a:r>
            <a:endParaRPr lang="en-US" sz="900" b="1" dirty="0">
              <a:solidFill>
                <a:srgbClr val="D99B36"/>
              </a:solidFill>
              <a:latin typeface="+mn-lt"/>
              <a:ea typeface="Verdana" charset="0"/>
              <a:cs typeface="Verdana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1B6B29-0CD6-35CA-1FB9-6AD73AAFD7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4188" y="6445731"/>
            <a:ext cx="1231377" cy="249959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654B61-C8EB-38FA-DE70-A88DF93A7305}"/>
              </a:ext>
            </a:extLst>
          </p:cNvPr>
          <p:cNvCxnSpPr/>
          <p:nvPr userDrawn="1"/>
        </p:nvCxnSpPr>
        <p:spPr>
          <a:xfrm>
            <a:off x="10722695" y="6190100"/>
            <a:ext cx="0" cy="249959"/>
          </a:xfrm>
          <a:prstGeom prst="line">
            <a:avLst/>
          </a:prstGeom>
          <a:ln w="222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EBCDCAE3-CCD0-0953-180B-A6A4FDE689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99133" y="6142809"/>
            <a:ext cx="6558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F38EE-6C61-744A-9158-9D39D79F3D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A3D6C5-E3E3-C3F4-E653-1DE124FF1F7A}"/>
              </a:ext>
            </a:extLst>
          </p:cNvPr>
          <p:cNvSpPr txBox="1"/>
          <p:nvPr userDrawn="1"/>
        </p:nvSpPr>
        <p:spPr>
          <a:xfrm>
            <a:off x="784967" y="4403154"/>
            <a:ext cx="256032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20" normalizeH="0" baseline="0" noProof="0" dirty="0">
                <a:ln>
                  <a:noFill/>
                </a:ln>
                <a:solidFill>
                  <a:srgbClr val="EAAA22"/>
                </a:solidFill>
                <a:effectLst/>
                <a:uLnTx/>
                <a:uFillTx/>
                <a:ea typeface="+mn-ea"/>
                <a:cs typeface="+mn-cs"/>
              </a:rPr>
              <a:t>Advertise Promotion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Target shoppers with </a:t>
            </a:r>
            <a:br>
              <a:rPr kumimoji="0" lang="en-US" sz="14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</a:br>
            <a:r>
              <a:rPr kumimoji="0" lang="en-US" sz="1400" b="1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in-store, online and mobile </a:t>
            </a:r>
            <a:r>
              <a:rPr kumimoji="0" lang="en-US" sz="14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ads to announce the event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8F0AC8-5453-DD87-2B9B-CF6A8BAD67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165" y="2172164"/>
            <a:ext cx="2353732" cy="20503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AB8781-4F36-CB9B-FC97-14AB4B7794F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7929" y="1603001"/>
            <a:ext cx="1552546" cy="265392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2AEE843-0745-3C91-02CE-92CC9DAEEA87}"/>
              </a:ext>
            </a:extLst>
          </p:cNvPr>
          <p:cNvSpPr txBox="1"/>
          <p:nvPr userDrawn="1"/>
        </p:nvSpPr>
        <p:spPr>
          <a:xfrm>
            <a:off x="3501398" y="4403154"/>
            <a:ext cx="256032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b="1" spc="-20" dirty="0">
                <a:solidFill>
                  <a:srgbClr val="EAAA22"/>
                </a:solidFill>
              </a:rPr>
              <a:t>Purchase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Spend </a:t>
            </a:r>
            <a:r>
              <a:rPr lang="en-US" sz="1400" b="1" spc="-20" dirty="0"/>
              <a:t>$15.00</a:t>
            </a:r>
            <a:r>
              <a:rPr kumimoji="0" lang="en-US" sz="1400" b="1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 or more</a:t>
            </a:r>
            <a:br>
              <a:rPr kumimoji="0" lang="en-US" sz="14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</a:br>
            <a:r>
              <a:rPr kumimoji="0" lang="en-US" sz="14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participating items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B93B70-5A55-32B4-0C5F-19ABCF4DFD46}"/>
              </a:ext>
            </a:extLst>
          </p:cNvPr>
          <p:cNvSpPr txBox="1"/>
          <p:nvPr userDrawn="1"/>
        </p:nvSpPr>
        <p:spPr>
          <a:xfrm>
            <a:off x="6061718" y="4403154"/>
            <a:ext cx="25603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b="1" spc="-20" dirty="0">
                <a:solidFill>
                  <a:srgbClr val="EAAA22"/>
                </a:solidFill>
              </a:rPr>
              <a:t>Reward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Receive $5</a:t>
            </a:r>
            <a:r>
              <a:rPr lang="en-US" sz="1400" b="1" spc="-20" dirty="0"/>
              <a:t>.00</a:t>
            </a:r>
            <a:r>
              <a:rPr kumimoji="0" lang="en-US" sz="1400" b="1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 Reward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Shoppers stretch to 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buy at multiple thresholds to earn the reward</a:t>
            </a:r>
            <a:endParaRPr kumimoji="0" lang="en-US" sz="14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70F16C-6CA8-AD6A-CA4D-D217600B57FF}"/>
              </a:ext>
            </a:extLst>
          </p:cNvPr>
          <p:cNvSpPr txBox="1"/>
          <p:nvPr userDrawn="1"/>
        </p:nvSpPr>
        <p:spPr>
          <a:xfrm>
            <a:off x="9090371" y="4307459"/>
            <a:ext cx="256032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b="1" spc="-20" dirty="0">
                <a:solidFill>
                  <a:srgbClr val="EAAA22"/>
                </a:solidFill>
              </a:rPr>
              <a:t>Return Shopping Trip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Reward = 2 week expiration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Rewards drive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return trip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to retailer and shoppers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spend more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(often on the promoted items)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2C5109F-2E36-2001-2247-3E802FB162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7193" y="2502127"/>
            <a:ext cx="2559650" cy="171561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9779BC6-27F3-A669-BAE3-028FE8D1EEB5}"/>
              </a:ext>
            </a:extLst>
          </p:cNvPr>
          <p:cNvSpPr txBox="1"/>
          <p:nvPr userDrawn="1"/>
        </p:nvSpPr>
        <p:spPr>
          <a:xfrm>
            <a:off x="860349" y="1180369"/>
            <a:ext cx="10772077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Combines Catalina </a:t>
            </a:r>
            <a:r>
              <a:rPr lang="en-US" sz="2000" b="1" dirty="0"/>
              <a:t>I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n-Store, Place Based Media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 and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BuyerVision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 to reach consumers wherever they are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4D3B4AB-1C14-DB08-970C-1299B140744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17213" y="5495761"/>
            <a:ext cx="3095827" cy="91595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8A5360D-6154-674A-6ADC-E9BEBF5D225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6052665" y="2873039"/>
            <a:ext cx="2728971" cy="1284891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9B932609-A508-1860-9042-98C8355D4B7D}"/>
              </a:ext>
            </a:extLst>
          </p:cNvPr>
          <p:cNvSpPr txBox="1">
            <a:spLocks/>
          </p:cNvSpPr>
          <p:nvPr userDrawn="1"/>
        </p:nvSpPr>
        <p:spPr>
          <a:xfrm>
            <a:off x="734165" y="421737"/>
            <a:ext cx="10777805" cy="527104"/>
          </a:xfrm>
          <a:prstGeom prst="rect">
            <a:avLst/>
          </a:prstGeom>
        </p:spPr>
        <p:txBody>
          <a:bodyPr/>
          <a:lstStyle>
            <a:lvl1pPr algn="l" defTabSz="914318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0" baseline="0">
                <a:solidFill>
                  <a:srgbClr val="373F4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3200" dirty="0">
                <a:solidFill>
                  <a:schemeClr val="accent1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VMR Omni Works</a:t>
            </a:r>
            <a:endParaRPr lang="en-US" sz="3200" dirty="0">
              <a:solidFill>
                <a:srgbClr val="E66749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702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mpaign Period Unit Trends"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25AC491-8B18-5E4F-82E7-7D2308A8B10D}"/>
              </a:ext>
            </a:extLst>
          </p:cNvPr>
          <p:cNvSpPr txBox="1">
            <a:spLocks/>
          </p:cNvSpPr>
          <p:nvPr userDrawn="1"/>
        </p:nvSpPr>
        <p:spPr>
          <a:xfrm>
            <a:off x="84282" y="6524532"/>
            <a:ext cx="246776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888A8E"/>
                </a:solidFill>
                <a:latin typeface="+mn-lt"/>
                <a:ea typeface="Verdana" charset="0"/>
                <a:cs typeface="Verdana" charset="0"/>
              </a:rPr>
              <a:t>2023 Catalina Confidential</a:t>
            </a:r>
            <a:endParaRPr lang="en-US" sz="900" b="1" dirty="0">
              <a:solidFill>
                <a:srgbClr val="D99B36"/>
              </a:solidFill>
              <a:latin typeface="+mn-lt"/>
              <a:ea typeface="Verdana" charset="0"/>
              <a:cs typeface="Verdana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1B6B29-0CD6-35CA-1FB9-6AD73AAFD7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4188" y="6445731"/>
            <a:ext cx="1231377" cy="249959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654B61-C8EB-38FA-DE70-A88DF93A7305}"/>
              </a:ext>
            </a:extLst>
          </p:cNvPr>
          <p:cNvCxnSpPr/>
          <p:nvPr userDrawn="1"/>
        </p:nvCxnSpPr>
        <p:spPr>
          <a:xfrm>
            <a:off x="10618191" y="6438297"/>
            <a:ext cx="0" cy="249959"/>
          </a:xfrm>
          <a:prstGeom prst="line">
            <a:avLst/>
          </a:prstGeom>
          <a:ln w="222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EBCDCAE3-CCD0-0953-180B-A6A4FDE689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94629" y="6391006"/>
            <a:ext cx="6558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F38EE-6C61-744A-9158-9D39D79F3D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F3AA47C-1EE0-5E9D-1FDE-F7132772C900}"/>
              </a:ext>
            </a:extLst>
          </p:cNvPr>
          <p:cNvSpPr txBox="1">
            <a:spLocks/>
          </p:cNvSpPr>
          <p:nvPr userDrawn="1"/>
        </p:nvSpPr>
        <p:spPr>
          <a:xfrm>
            <a:off x="200020" y="280247"/>
            <a:ext cx="11708951" cy="527104"/>
          </a:xfrm>
          <a:prstGeom prst="rect">
            <a:avLst/>
          </a:prstGeom>
        </p:spPr>
        <p:txBody>
          <a:bodyPr/>
          <a:lstStyle>
            <a:lvl1pPr algn="l" defTabSz="914318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0" baseline="0">
                <a:solidFill>
                  <a:srgbClr val="373F4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2400" dirty="0">
                <a:solidFill>
                  <a:schemeClr val="accent1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CAMPAIGN PERIOD UNIT TRENDS</a:t>
            </a:r>
            <a:r>
              <a:rPr lang="en-US" sz="2800" dirty="0">
                <a:solidFill>
                  <a:schemeClr val="accent1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| </a:t>
            </a:r>
            <a:r>
              <a:rPr lang="en-US" sz="2400" dirty="0">
                <a:solidFill>
                  <a:srgbClr val="E66749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Total Trips</a:t>
            </a:r>
            <a:endParaRPr lang="en-US" sz="2400" dirty="0">
              <a:solidFill>
                <a:srgbClr val="E66749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4F04C4-04E8-23FC-2772-7006C1E838A8}"/>
              </a:ext>
            </a:extLst>
          </p:cNvPr>
          <p:cNvSpPr txBox="1"/>
          <p:nvPr userDrawn="1"/>
        </p:nvSpPr>
        <p:spPr>
          <a:xfrm>
            <a:off x="8447530" y="1077517"/>
            <a:ext cx="336619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b="0" i="0" u="none" strike="noStrike" spc="0" baseline="0">
                <a:solidFill>
                  <a:srgbClr val="000000">
                    <a:lumMod val="65000"/>
                    <a:lumOff val="35000"/>
                  </a:srgbClr>
                </a:solidFill>
              </a:defRPr>
            </a:lvl1pPr>
          </a:lstStyle>
          <a:p>
            <a:pPr algn="l"/>
            <a:r>
              <a:rPr lang="en-US" sz="1200" b="1" dirty="0">
                <a:solidFill>
                  <a:schemeClr val="tx1"/>
                </a:solidFill>
                <a:latin typeface="Arial Black" panose="020B0A04020102020204" pitchFamily="34" charset="0"/>
              </a:rPr>
              <a:t>UNITS PER TRIP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A6C585-4990-1E19-EC65-666196A62BB1}"/>
              </a:ext>
            </a:extLst>
          </p:cNvPr>
          <p:cNvSpPr txBox="1"/>
          <p:nvPr userDrawn="1"/>
        </p:nvSpPr>
        <p:spPr>
          <a:xfrm>
            <a:off x="321600" y="1790822"/>
            <a:ext cx="450734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b="0" i="0" u="none" strike="noStrike" spc="0" baseline="0">
                <a:solidFill>
                  <a:srgbClr val="000000">
                    <a:lumMod val="65000"/>
                    <a:lumOff val="35000"/>
                  </a:srgbClr>
                </a:solidFill>
              </a:defRPr>
            </a:lvl1pPr>
          </a:lstStyle>
          <a:p>
            <a:pPr algn="l"/>
            <a:r>
              <a:rPr lang="en-US" sz="1200" b="1" dirty="0">
                <a:solidFill>
                  <a:schemeClr val="tx1"/>
                </a:solidFill>
                <a:latin typeface="Arial Black" panose="020B0A04020102020204" pitchFamily="34" charset="0"/>
              </a:rPr>
              <a:t>AVG WEEKLY UNIT SALES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1A1527-30A8-C876-41A6-CE5CC9379BF6}"/>
              </a:ext>
            </a:extLst>
          </p:cNvPr>
          <p:cNvSpPr txBox="1"/>
          <p:nvPr userDrawn="1"/>
        </p:nvSpPr>
        <p:spPr>
          <a:xfrm>
            <a:off x="8490621" y="3631713"/>
            <a:ext cx="344350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b="0" i="0" u="none" strike="noStrike" spc="0" baseline="0">
                <a:solidFill>
                  <a:srgbClr val="000000">
                    <a:lumMod val="65000"/>
                    <a:lumOff val="35000"/>
                  </a:srgbClr>
                </a:solidFill>
              </a:defRPr>
            </a:lvl1pPr>
          </a:lstStyle>
          <a:p>
            <a:pPr algn="l"/>
            <a:r>
              <a:rPr lang="en-US" sz="1200" b="1" dirty="0">
                <a:solidFill>
                  <a:schemeClr val="tx1"/>
                </a:solidFill>
                <a:latin typeface="Arial Black" panose="020B0A04020102020204" pitchFamily="34" charset="0"/>
              </a:rPr>
              <a:t>UNIT SHARE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C4085EE5-5F4B-DEFE-3CB2-85C8B96934E7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25152" y="2193583"/>
            <a:ext cx="7421563" cy="3806825"/>
          </a:xfrm>
          <a:prstGeom prst="rect">
            <a:avLst/>
          </a:prstGeom>
          <a:solidFill>
            <a:srgbClr val="E3E3E3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4" name="Chart Placeholder 13">
            <a:extLst>
              <a:ext uri="{FF2B5EF4-FFF2-40B4-BE49-F238E27FC236}">
                <a16:creationId xmlns:a16="http://schemas.microsoft.com/office/drawing/2014/main" id="{43DF01C4-02D7-0CB5-FC60-AB31667533C0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8491092" y="1318913"/>
            <a:ext cx="3322637" cy="1980577"/>
          </a:xfrm>
          <a:prstGeom prst="rect">
            <a:avLst/>
          </a:prstGeom>
          <a:solidFill>
            <a:srgbClr val="E3E3E3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6" name="Chart Placeholder 15">
            <a:extLst>
              <a:ext uri="{FF2B5EF4-FFF2-40B4-BE49-F238E27FC236}">
                <a16:creationId xmlns:a16="http://schemas.microsoft.com/office/drawing/2014/main" id="{54330C08-AF62-15F4-E589-5ADE226B24C9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8491093" y="3879919"/>
            <a:ext cx="3322637" cy="2098064"/>
          </a:xfrm>
          <a:prstGeom prst="rect">
            <a:avLst/>
          </a:prstGeom>
          <a:solidFill>
            <a:srgbClr val="E3E3E3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879656-968F-0195-A237-29A7E2DDD75C}"/>
              </a:ext>
            </a:extLst>
          </p:cNvPr>
          <p:cNvSpPr txBox="1"/>
          <p:nvPr userDrawn="1"/>
        </p:nvSpPr>
        <p:spPr>
          <a:xfrm>
            <a:off x="5666450" y="1679394"/>
            <a:ext cx="1777961" cy="646331"/>
          </a:xfrm>
          <a:prstGeom prst="rect">
            <a:avLst/>
          </a:prstGeom>
          <a:solidFill>
            <a:srgbClr val="F0C056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45706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 marL="0" marR="0" lvl="0" indent="0" algn="ctr" defTabSz="45706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 marL="0" marR="0" lvl="0" indent="0" algn="ctr" defTabSz="45706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98C379-714A-AE26-F035-8AA87F261DF2}"/>
              </a:ext>
            </a:extLst>
          </p:cNvPr>
          <p:cNvSpPr txBox="1"/>
          <p:nvPr userDrawn="1"/>
        </p:nvSpPr>
        <p:spPr>
          <a:xfrm>
            <a:off x="11055940" y="3781121"/>
            <a:ext cx="1028934" cy="430887"/>
          </a:xfrm>
          <a:prstGeom prst="rect">
            <a:avLst/>
          </a:prstGeom>
          <a:solidFill>
            <a:srgbClr val="F0C056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endParaRPr lang="en-US" sz="1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endParaRPr lang="en-US" sz="1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AC4056B-4639-1185-4EA4-2582691989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70933" y="1679394"/>
            <a:ext cx="1773478" cy="61844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bg1"/>
                </a:solidFill>
                <a:latin typeface="Arial Black" panose="020B0A04020102020204" pitchFamily="34" charset="0"/>
              </a:defRPr>
            </a:lvl1pPr>
            <a:lvl2pPr>
              <a:defRPr sz="1000">
                <a:latin typeface="Arial Black" panose="020B0A04020102020204" pitchFamily="34" charset="0"/>
              </a:defRPr>
            </a:lvl2pPr>
            <a:lvl3pPr>
              <a:defRPr sz="1000">
                <a:latin typeface="Arial Black" panose="020B0A04020102020204" pitchFamily="34" charset="0"/>
              </a:defRPr>
            </a:lvl3pPr>
            <a:lvl4pPr>
              <a:defRPr sz="1000">
                <a:latin typeface="Arial Black" panose="020B0A04020102020204" pitchFamily="34" charset="0"/>
              </a:defRPr>
            </a:lvl4pPr>
            <a:lvl5pPr>
              <a:defRPr sz="1000">
                <a:latin typeface="Arial Black" panose="020B0A04020102020204" pitchFamily="34" charset="0"/>
              </a:defRPr>
            </a:lvl5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9E18A4BB-78D9-06D6-9B6A-38D56D3D8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96155" y="1132441"/>
            <a:ext cx="1188720" cy="430212"/>
          </a:xfrm>
          <a:prstGeom prst="rect">
            <a:avLst/>
          </a:prstGeom>
          <a:solidFill>
            <a:srgbClr val="F0C056"/>
          </a:solidFill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05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98F8702-9925-9439-9194-C43454CE44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055939" y="3780528"/>
            <a:ext cx="1028935" cy="36733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5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187C3C6C-70C9-E73B-F78F-9B207E5C8A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55201" y="6244261"/>
            <a:ext cx="4023360" cy="2435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Arial Black" panose="020B0A040201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000" dirty="0" err="1">
                <a:latin typeface="Arial Black" panose="020B0A04020102020204" pitchFamily="34" charset="0"/>
              </a:rPr>
              <a:t>Campaingn</a:t>
            </a:r>
            <a:endParaRPr lang="en-US" sz="1000" dirty="0">
              <a:latin typeface="Arial Black" panose="020B0A040201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00" dirty="0" err="1">
                <a:latin typeface="Arial Black" panose="020B0A04020102020204" pitchFamily="34" charset="0"/>
              </a:rPr>
              <a:t>Campaingn</a:t>
            </a:r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966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mpaign Trends Participants"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25AC491-8B18-5E4F-82E7-7D2308A8B10D}"/>
              </a:ext>
            </a:extLst>
          </p:cNvPr>
          <p:cNvSpPr txBox="1">
            <a:spLocks/>
          </p:cNvSpPr>
          <p:nvPr userDrawn="1"/>
        </p:nvSpPr>
        <p:spPr>
          <a:xfrm>
            <a:off x="84282" y="6524532"/>
            <a:ext cx="246776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888A8E"/>
                </a:solidFill>
                <a:latin typeface="+mn-lt"/>
                <a:ea typeface="Verdana" charset="0"/>
                <a:cs typeface="Verdana" charset="0"/>
              </a:rPr>
              <a:t>2023 Catalina Confidential</a:t>
            </a:r>
            <a:endParaRPr lang="en-US" sz="900" b="1" dirty="0">
              <a:solidFill>
                <a:srgbClr val="D99B36"/>
              </a:solidFill>
              <a:latin typeface="+mn-lt"/>
              <a:ea typeface="Verdana" charset="0"/>
              <a:cs typeface="Verdana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1B6B29-0CD6-35CA-1FB9-6AD73AAFD7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4188" y="6445731"/>
            <a:ext cx="1231377" cy="249959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654B61-C8EB-38FA-DE70-A88DF93A7305}"/>
              </a:ext>
            </a:extLst>
          </p:cNvPr>
          <p:cNvCxnSpPr/>
          <p:nvPr userDrawn="1"/>
        </p:nvCxnSpPr>
        <p:spPr>
          <a:xfrm>
            <a:off x="10618191" y="6438297"/>
            <a:ext cx="0" cy="249959"/>
          </a:xfrm>
          <a:prstGeom prst="line">
            <a:avLst/>
          </a:prstGeom>
          <a:ln w="222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CF3AA47C-1EE0-5E9D-1FDE-F7132772C900}"/>
              </a:ext>
            </a:extLst>
          </p:cNvPr>
          <p:cNvSpPr txBox="1">
            <a:spLocks/>
          </p:cNvSpPr>
          <p:nvPr userDrawn="1"/>
        </p:nvSpPr>
        <p:spPr>
          <a:xfrm>
            <a:off x="200020" y="280247"/>
            <a:ext cx="11708951" cy="527104"/>
          </a:xfrm>
          <a:prstGeom prst="rect">
            <a:avLst/>
          </a:prstGeom>
        </p:spPr>
        <p:txBody>
          <a:bodyPr/>
          <a:lstStyle>
            <a:lvl1pPr algn="l" defTabSz="914318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0" baseline="0">
                <a:solidFill>
                  <a:srgbClr val="373F4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2400" dirty="0">
                <a:solidFill>
                  <a:schemeClr val="accent1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CAMPAIGN TRENDS | </a:t>
            </a:r>
            <a:r>
              <a:rPr lang="en-US" sz="2400" dirty="0">
                <a:solidFill>
                  <a:srgbClr val="E66749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Campaign Participants</a:t>
            </a:r>
            <a:endParaRPr lang="en-US" sz="2400" dirty="0">
              <a:solidFill>
                <a:srgbClr val="E66749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1703ABE-19D4-0B2B-08EF-0FC1573171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8583" y="963406"/>
            <a:ext cx="11251091" cy="726246"/>
          </a:xfrm>
          <a:prstGeom prst="rect">
            <a:avLst/>
          </a:prstGeom>
        </p:spPr>
        <p:txBody>
          <a:bodyPr/>
          <a:lstStyle>
            <a:lvl1pPr>
              <a:buClr>
                <a:srgbClr val="E66749"/>
              </a:buClr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sz="1600" dirty="0">
                <a:latin typeface="+mn-lt"/>
              </a:rPr>
              <a:t>Data</a:t>
            </a:r>
            <a:endParaRPr lang="en-US" dirty="0"/>
          </a:p>
        </p:txBody>
      </p:sp>
      <p:sp>
        <p:nvSpPr>
          <p:cNvPr id="15" name="Table Placeholder 14">
            <a:extLst>
              <a:ext uri="{FF2B5EF4-FFF2-40B4-BE49-F238E27FC236}">
                <a16:creationId xmlns:a16="http://schemas.microsoft.com/office/drawing/2014/main" id="{49DC6ED5-61A4-91AB-9F64-314E9B6F688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831480" y="1728226"/>
            <a:ext cx="10565295" cy="213809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2" name="Chart Placeholder 21">
            <a:extLst>
              <a:ext uri="{FF2B5EF4-FFF2-40B4-BE49-F238E27FC236}">
                <a16:creationId xmlns:a16="http://schemas.microsoft.com/office/drawing/2014/main" id="{0A983136-F1FC-D807-3C48-FAA213156935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1918252" y="3846584"/>
            <a:ext cx="8478076" cy="21955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87C7C769-FD54-6690-7A24-5029C3D342E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55201" y="6264142"/>
            <a:ext cx="4663440" cy="2435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Arial Black" panose="020B0A040201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000" dirty="0" err="1">
                <a:latin typeface="Arial Black" panose="020B0A04020102020204" pitchFamily="34" charset="0"/>
              </a:rPr>
              <a:t>Campaingn</a:t>
            </a:r>
            <a:endParaRPr lang="en-US" sz="1000" dirty="0">
              <a:latin typeface="Arial Black" panose="020B0A040201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00" dirty="0" err="1">
                <a:latin typeface="Arial Black" panose="020B0A04020102020204" pitchFamily="34" charset="0"/>
              </a:rPr>
              <a:t>Campaingn</a:t>
            </a:r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471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 Share Campaign Participants"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25AC491-8B18-5E4F-82E7-7D2308A8B10D}"/>
              </a:ext>
            </a:extLst>
          </p:cNvPr>
          <p:cNvSpPr txBox="1">
            <a:spLocks/>
          </p:cNvSpPr>
          <p:nvPr userDrawn="1"/>
        </p:nvSpPr>
        <p:spPr>
          <a:xfrm>
            <a:off x="84282" y="6524532"/>
            <a:ext cx="246776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888A8E"/>
                </a:solidFill>
                <a:latin typeface="+mn-lt"/>
                <a:ea typeface="Verdana" charset="0"/>
                <a:cs typeface="Verdana" charset="0"/>
              </a:rPr>
              <a:t>2023 Catalina Confidential</a:t>
            </a:r>
            <a:endParaRPr lang="en-US" sz="900" b="1" dirty="0">
              <a:solidFill>
                <a:srgbClr val="D99B36"/>
              </a:solidFill>
              <a:latin typeface="+mn-lt"/>
              <a:ea typeface="Verdana" charset="0"/>
              <a:cs typeface="Verdana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1B6B29-0CD6-35CA-1FB9-6AD73AAFD7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4188" y="6445731"/>
            <a:ext cx="1231377" cy="249959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654B61-C8EB-38FA-DE70-A88DF93A7305}"/>
              </a:ext>
            </a:extLst>
          </p:cNvPr>
          <p:cNvCxnSpPr/>
          <p:nvPr userDrawn="1"/>
        </p:nvCxnSpPr>
        <p:spPr>
          <a:xfrm>
            <a:off x="10618191" y="6438297"/>
            <a:ext cx="0" cy="249959"/>
          </a:xfrm>
          <a:prstGeom prst="line">
            <a:avLst/>
          </a:prstGeom>
          <a:ln w="222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CF3AA47C-1EE0-5E9D-1FDE-F7132772C900}"/>
              </a:ext>
            </a:extLst>
          </p:cNvPr>
          <p:cNvSpPr txBox="1">
            <a:spLocks/>
          </p:cNvSpPr>
          <p:nvPr userDrawn="1"/>
        </p:nvSpPr>
        <p:spPr>
          <a:xfrm>
            <a:off x="200020" y="280247"/>
            <a:ext cx="11708951" cy="527104"/>
          </a:xfrm>
          <a:prstGeom prst="rect">
            <a:avLst/>
          </a:prstGeom>
        </p:spPr>
        <p:txBody>
          <a:bodyPr/>
          <a:lstStyle>
            <a:lvl1pPr algn="l" defTabSz="914318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0" baseline="0">
                <a:solidFill>
                  <a:srgbClr val="373F4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2400" dirty="0">
                <a:solidFill>
                  <a:schemeClr val="accent1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CATEGORY SHARE | </a:t>
            </a:r>
            <a:r>
              <a:rPr lang="en-US" sz="2400" dirty="0">
                <a:solidFill>
                  <a:srgbClr val="E66749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Campaign Participants</a:t>
            </a:r>
            <a:endParaRPr lang="en-US" sz="2400" dirty="0">
              <a:solidFill>
                <a:srgbClr val="E66749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C931FB-721C-2221-C895-5C92D68E421B}"/>
              </a:ext>
            </a:extLst>
          </p:cNvPr>
          <p:cNvSpPr txBox="1"/>
          <p:nvPr userDrawn="1"/>
        </p:nvSpPr>
        <p:spPr>
          <a:xfrm>
            <a:off x="276220" y="2022629"/>
            <a:ext cx="322130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b="0" i="0" u="none" strike="noStrike" spc="0" baseline="0">
                <a:solidFill>
                  <a:srgbClr val="000000">
                    <a:lumMod val="65000"/>
                    <a:lumOff val="35000"/>
                  </a:srgbClr>
                </a:solidFill>
              </a:defRPr>
            </a:lvl1pPr>
          </a:lstStyle>
          <a:p>
            <a:pPr algn="l"/>
            <a:r>
              <a:rPr lang="en-US" sz="1400" b="1" dirty="0">
                <a:solidFill>
                  <a:schemeClr val="tx1"/>
                </a:solidFill>
                <a:latin typeface="Arial Black" panose="020B0A04020102020204" pitchFamily="34" charset="0"/>
              </a:rPr>
              <a:t>DOLLAR SHARE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13B393-1659-B17F-4E07-F8571C129E9C}"/>
              </a:ext>
            </a:extLst>
          </p:cNvPr>
          <p:cNvSpPr txBox="1"/>
          <p:nvPr userDrawn="1"/>
        </p:nvSpPr>
        <p:spPr>
          <a:xfrm>
            <a:off x="6350442" y="2022629"/>
            <a:ext cx="322130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b="0" i="0" u="none" strike="noStrike" spc="0" baseline="0">
                <a:solidFill>
                  <a:srgbClr val="000000">
                    <a:lumMod val="65000"/>
                    <a:lumOff val="35000"/>
                  </a:srgbClr>
                </a:solidFill>
              </a:defRPr>
            </a:lvl1pPr>
          </a:lstStyle>
          <a:p>
            <a:pPr algn="l"/>
            <a:r>
              <a:rPr lang="en-US" sz="1400" b="1" dirty="0">
                <a:solidFill>
                  <a:schemeClr val="tx1"/>
                </a:solidFill>
                <a:latin typeface="Arial Black" panose="020B0A04020102020204" pitchFamily="34" charset="0"/>
              </a:rPr>
              <a:t>UNIT SHARE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1B5F28-8D79-4829-7FB9-DF1665111768}"/>
              </a:ext>
            </a:extLst>
          </p:cNvPr>
          <p:cNvSpPr txBox="1"/>
          <p:nvPr userDrawn="1"/>
        </p:nvSpPr>
        <p:spPr>
          <a:xfrm>
            <a:off x="1921538" y="2625689"/>
            <a:ext cx="1489481" cy="584775"/>
          </a:xfrm>
          <a:prstGeom prst="rect">
            <a:avLst/>
          </a:prstGeom>
          <a:solidFill>
            <a:srgbClr val="F0C056"/>
          </a:solidFill>
        </p:spPr>
        <p:txBody>
          <a:bodyPr wrap="square" rtlCol="0">
            <a:spAutoFit/>
          </a:bodyPr>
          <a:lstStyle/>
          <a:p>
            <a:endParaRPr lang="en-US" sz="1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F82BA5-B343-D253-B394-19C9237E543C}"/>
              </a:ext>
            </a:extLst>
          </p:cNvPr>
          <p:cNvSpPr txBox="1"/>
          <p:nvPr userDrawn="1"/>
        </p:nvSpPr>
        <p:spPr>
          <a:xfrm>
            <a:off x="7788827" y="2625688"/>
            <a:ext cx="1581204" cy="584775"/>
          </a:xfrm>
          <a:prstGeom prst="rect">
            <a:avLst/>
          </a:prstGeom>
          <a:solidFill>
            <a:srgbClr val="F0C056"/>
          </a:solidFill>
        </p:spPr>
        <p:txBody>
          <a:bodyPr wrap="square" rtlCol="0">
            <a:spAutoFit/>
          </a:bodyPr>
          <a:lstStyle/>
          <a:p>
            <a:endParaRPr lang="en-US" sz="1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F6CC9F8-41CA-5B15-F62C-DDCDD55323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21538" y="2625688"/>
            <a:ext cx="1489481" cy="584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4136037-8D98-F204-FF7C-F8045444124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788824" y="2640597"/>
            <a:ext cx="1581203" cy="5553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F848633-F4B0-D40C-DD02-73731B98F8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6875" y="1116147"/>
            <a:ext cx="11512550" cy="673100"/>
          </a:xfrm>
          <a:prstGeom prst="rect">
            <a:avLst/>
          </a:prstGeom>
        </p:spPr>
        <p:txBody>
          <a:bodyPr/>
          <a:lstStyle>
            <a:lvl1pPr>
              <a:buClr>
                <a:srgbClr val="E66749"/>
              </a:buClr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158C9249-5695-D3D1-C000-9D8355E10DC8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96876" y="3319673"/>
            <a:ext cx="5556254" cy="25645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Chart Placeholder 16">
            <a:extLst>
              <a:ext uri="{FF2B5EF4-FFF2-40B4-BE49-F238E27FC236}">
                <a16:creationId xmlns:a16="http://schemas.microsoft.com/office/drawing/2014/main" id="{3D266B55-3F1C-E610-41A8-6EB9992FE967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238872" y="3319673"/>
            <a:ext cx="5746753" cy="25645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BE80435-6399-5E7C-CFE5-7D69F47618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055201" y="6035539"/>
            <a:ext cx="4572000" cy="2435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Arial Black" panose="020B0A040201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000" dirty="0" err="1">
                <a:latin typeface="Arial Black" panose="020B0A04020102020204" pitchFamily="34" charset="0"/>
              </a:rPr>
              <a:t>Campaingn</a:t>
            </a:r>
            <a:endParaRPr lang="en-US" sz="1000" dirty="0">
              <a:latin typeface="Arial Black" panose="020B0A040201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00" dirty="0" err="1">
                <a:latin typeface="Arial Black" panose="020B0A04020102020204" pitchFamily="34" charset="0"/>
              </a:rPr>
              <a:t>Campaingn</a:t>
            </a:r>
            <a:endParaRPr lang="en-US" sz="1000" dirty="0">
              <a:latin typeface="Arial Black" panose="020B0A040201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00" dirty="0" err="1">
                <a:latin typeface="Arial Black" panose="020B0A04020102020204" pitchFamily="34" charset="0"/>
              </a:rPr>
              <a:t>Campaingn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44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"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25AC491-8B18-5E4F-82E7-7D2308A8B10D}"/>
              </a:ext>
            </a:extLst>
          </p:cNvPr>
          <p:cNvSpPr txBox="1">
            <a:spLocks/>
          </p:cNvSpPr>
          <p:nvPr userDrawn="1"/>
        </p:nvSpPr>
        <p:spPr>
          <a:xfrm>
            <a:off x="84282" y="6524532"/>
            <a:ext cx="246776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888A8E"/>
                </a:solidFill>
                <a:latin typeface="+mn-lt"/>
                <a:ea typeface="Verdana" charset="0"/>
                <a:cs typeface="Verdana" charset="0"/>
              </a:rPr>
              <a:t>2023 Catalina Confidential</a:t>
            </a:r>
            <a:endParaRPr lang="en-US" sz="900" b="1" dirty="0">
              <a:solidFill>
                <a:srgbClr val="D99B36"/>
              </a:solidFill>
              <a:latin typeface="+mn-lt"/>
              <a:ea typeface="Verdana" charset="0"/>
              <a:cs typeface="Verdana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1B6B29-0CD6-35CA-1FB9-6AD73AAFD7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4188" y="6445731"/>
            <a:ext cx="1231377" cy="249959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355105B-DC7C-9369-94C4-5C02527F0AB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43871368"/>
              </p:ext>
            </p:extLst>
          </p:nvPr>
        </p:nvGraphicFramePr>
        <p:xfrm>
          <a:off x="794912" y="181144"/>
          <a:ext cx="11069235" cy="585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9438">
                  <a:extLst>
                    <a:ext uri="{9D8B030D-6E8A-4147-A177-3AD203B41FA5}">
                      <a16:colId xmlns:a16="http://schemas.microsoft.com/office/drawing/2014/main" val="2028393929"/>
                    </a:ext>
                  </a:extLst>
                </a:gridCol>
                <a:gridCol w="8759797">
                  <a:extLst>
                    <a:ext uri="{9D8B030D-6E8A-4147-A177-3AD203B41FA5}">
                      <a16:colId xmlns:a16="http://schemas.microsoft.com/office/drawing/2014/main" val="838136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608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Qualifying 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Minimum dollar or unit amount required to purchase of promoted product to qualify for a reward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552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Total Trips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All trips where promoted product was purchased – includes both reward level and non-reward level trips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015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Campaign Reward Trips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Only trips where minimum qualifying threshold was purchased (includes trips where reward did or did not necessarily print due to printer error)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612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Campaign Participants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An ID that purchased qualifying threshold at least 1 time (may or may not have received a reward due to printer error)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825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Dollars per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Total promoted product dollars / # of promoted product buying IDs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7397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Units per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Total promoted product units / # of promoted product buying IDs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066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Trips per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Total promoted product trips / # of promoted product buying IDs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740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Dollars per Trip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Total promoted product dollars / # of promoted product trips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879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Units per Trip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Total promoted product units / # of promoted product trips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685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Dollar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Total promoted product dollars / Total category dollars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842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Unit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Total promoted product units / Total category units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773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New Buyer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An ID that did not buy promoted product prior 52 weeks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279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Existing Buyer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An ID that </a:t>
                      </a:r>
                      <a:r>
                        <a:rPr lang="en-US" sz="1400" dirty="0"/>
                        <a:t>did buy promoted product prior 52 weeks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357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Repeat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% Campaign participants making &gt;=2 trips buying promoted product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164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4435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MR campaign trends"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hart Placeholder 15">
            <a:extLst>
              <a:ext uri="{FF2B5EF4-FFF2-40B4-BE49-F238E27FC236}">
                <a16:creationId xmlns:a16="http://schemas.microsoft.com/office/drawing/2014/main" id="{54330C08-AF62-15F4-E589-5ADE226B24C9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1669669" y="2332202"/>
            <a:ext cx="3322637" cy="2098064"/>
          </a:xfrm>
          <a:prstGeom prst="rect">
            <a:avLst/>
          </a:prstGeom>
          <a:solidFill>
            <a:srgbClr val="E3E3E3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4" name="Chart Placeholder 13">
            <a:extLst>
              <a:ext uri="{FF2B5EF4-FFF2-40B4-BE49-F238E27FC236}">
                <a16:creationId xmlns:a16="http://schemas.microsoft.com/office/drawing/2014/main" id="{43DF01C4-02D7-0CB5-FC60-AB31667533C0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6968938" y="2449689"/>
            <a:ext cx="3322637" cy="1980577"/>
          </a:xfrm>
          <a:prstGeom prst="rect">
            <a:avLst/>
          </a:prstGeom>
          <a:solidFill>
            <a:srgbClr val="E3E3E3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25AC491-8B18-5E4F-82E7-7D2308A8B10D}"/>
              </a:ext>
            </a:extLst>
          </p:cNvPr>
          <p:cNvSpPr txBox="1">
            <a:spLocks/>
          </p:cNvSpPr>
          <p:nvPr userDrawn="1"/>
        </p:nvSpPr>
        <p:spPr>
          <a:xfrm>
            <a:off x="84282" y="6524532"/>
            <a:ext cx="246776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888A8E"/>
                </a:solidFill>
                <a:latin typeface="+mn-lt"/>
                <a:ea typeface="Verdana" charset="0"/>
                <a:cs typeface="Verdana" charset="0"/>
              </a:rPr>
              <a:t>2023 Catalina Confidential</a:t>
            </a:r>
            <a:endParaRPr lang="en-US" sz="900" b="1" dirty="0">
              <a:solidFill>
                <a:srgbClr val="D99B36"/>
              </a:solidFill>
              <a:latin typeface="+mn-lt"/>
              <a:ea typeface="Verdana" charset="0"/>
              <a:cs typeface="Verdana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1B6B29-0CD6-35CA-1FB9-6AD73AAFD7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4188" y="6445731"/>
            <a:ext cx="1231377" cy="249959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654B61-C8EB-38FA-DE70-A88DF93A7305}"/>
              </a:ext>
            </a:extLst>
          </p:cNvPr>
          <p:cNvCxnSpPr/>
          <p:nvPr userDrawn="1"/>
        </p:nvCxnSpPr>
        <p:spPr>
          <a:xfrm>
            <a:off x="10618191" y="6438297"/>
            <a:ext cx="0" cy="249959"/>
          </a:xfrm>
          <a:prstGeom prst="line">
            <a:avLst/>
          </a:prstGeom>
          <a:ln w="222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EBCDCAE3-CCD0-0953-180B-A6A4FDE689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94629" y="6391006"/>
            <a:ext cx="6558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F38EE-6C61-744A-9158-9D39D79F3D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F3AA47C-1EE0-5E9D-1FDE-F7132772C900}"/>
              </a:ext>
            </a:extLst>
          </p:cNvPr>
          <p:cNvSpPr txBox="1">
            <a:spLocks/>
          </p:cNvSpPr>
          <p:nvPr userDrawn="1"/>
        </p:nvSpPr>
        <p:spPr>
          <a:xfrm>
            <a:off x="200020" y="280247"/>
            <a:ext cx="11775849" cy="527104"/>
          </a:xfrm>
          <a:prstGeom prst="rect">
            <a:avLst/>
          </a:prstGeom>
        </p:spPr>
        <p:txBody>
          <a:bodyPr/>
          <a:lstStyle>
            <a:lvl1pPr algn="l" defTabSz="914318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0" baseline="0">
                <a:solidFill>
                  <a:srgbClr val="373F4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2400" dirty="0">
                <a:solidFill>
                  <a:schemeClr val="accent1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CAMPAIGN PERIOD DOLLAR SHARE </a:t>
            </a:r>
            <a:r>
              <a:rPr lang="en-US" sz="2800" dirty="0">
                <a:solidFill>
                  <a:schemeClr val="accent1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| </a:t>
            </a:r>
            <a:r>
              <a:rPr lang="en-US" sz="2400" dirty="0">
                <a:solidFill>
                  <a:srgbClr val="E66749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Total Trips</a:t>
            </a:r>
            <a:endParaRPr lang="en-US" sz="2400" dirty="0">
              <a:solidFill>
                <a:srgbClr val="E66749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4F04C4-04E8-23FC-2772-7006C1E838A8}"/>
              </a:ext>
            </a:extLst>
          </p:cNvPr>
          <p:cNvSpPr txBox="1"/>
          <p:nvPr userDrawn="1"/>
        </p:nvSpPr>
        <p:spPr>
          <a:xfrm>
            <a:off x="6925376" y="2208293"/>
            <a:ext cx="336619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b="0" i="0" u="none" strike="noStrike" spc="0" baseline="0">
                <a:solidFill>
                  <a:srgbClr val="000000">
                    <a:lumMod val="65000"/>
                    <a:lumOff val="35000"/>
                  </a:srgbClr>
                </a:solidFill>
              </a:defRPr>
            </a:lvl1pPr>
          </a:lstStyle>
          <a:p>
            <a:pPr algn="l"/>
            <a:r>
              <a:rPr lang="en-US" sz="1200" b="1" dirty="0">
                <a:solidFill>
                  <a:schemeClr val="tx1"/>
                </a:solidFill>
                <a:latin typeface="Arial Black" panose="020B0A04020102020204" pitchFamily="34" charset="0"/>
              </a:rPr>
              <a:t>DOLLARS PER TRIP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1A1527-30A8-C876-41A6-CE5CC9379BF6}"/>
              </a:ext>
            </a:extLst>
          </p:cNvPr>
          <p:cNvSpPr txBox="1"/>
          <p:nvPr userDrawn="1"/>
        </p:nvSpPr>
        <p:spPr>
          <a:xfrm>
            <a:off x="1669197" y="2083996"/>
            <a:ext cx="344350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b="0" i="0" u="none" strike="noStrike" spc="0" baseline="0">
                <a:solidFill>
                  <a:srgbClr val="000000">
                    <a:lumMod val="65000"/>
                    <a:lumOff val="35000"/>
                  </a:srgbClr>
                </a:solidFill>
              </a:defRPr>
            </a:lvl1pPr>
          </a:lstStyle>
          <a:p>
            <a:pPr algn="l"/>
            <a:r>
              <a:rPr lang="en-US" sz="1200" b="1" dirty="0">
                <a:solidFill>
                  <a:schemeClr val="tx1"/>
                </a:solidFill>
                <a:latin typeface="Arial Black" panose="020B0A04020102020204" pitchFamily="34" charset="0"/>
              </a:rPr>
              <a:t>DOLLAR SHARE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F0BE44-0AF3-EB52-4ABD-05AE184C14BF}"/>
              </a:ext>
            </a:extLst>
          </p:cNvPr>
          <p:cNvSpPr txBox="1"/>
          <p:nvPr userDrawn="1"/>
        </p:nvSpPr>
        <p:spPr>
          <a:xfrm>
            <a:off x="9265492" y="2293785"/>
            <a:ext cx="1188720" cy="430887"/>
          </a:xfrm>
          <a:prstGeom prst="rect">
            <a:avLst/>
          </a:prstGeom>
          <a:solidFill>
            <a:srgbClr val="F0C056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endParaRPr lang="en-US" sz="1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98C379-714A-AE26-F035-8AA87F261DF2}"/>
              </a:ext>
            </a:extLst>
          </p:cNvPr>
          <p:cNvSpPr txBox="1"/>
          <p:nvPr userDrawn="1"/>
        </p:nvSpPr>
        <p:spPr>
          <a:xfrm>
            <a:off x="4125510" y="2263953"/>
            <a:ext cx="1071365" cy="430964"/>
          </a:xfrm>
          <a:prstGeom prst="rect">
            <a:avLst/>
          </a:prstGeom>
          <a:solidFill>
            <a:srgbClr val="F0C056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endParaRPr lang="en-US" sz="1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endParaRPr lang="en-US" sz="1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9E18A4BB-78D9-06D6-9B6A-38D56D3D8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64996" y="2293768"/>
            <a:ext cx="1188720" cy="43021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05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98F8702-9925-9439-9194-C43454CE44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25510" y="2263361"/>
            <a:ext cx="1028935" cy="4351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5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969C41F-10B2-9E60-F3D8-C4D27A184B1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90224" y="6326421"/>
            <a:ext cx="5677442" cy="1783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Arial Black" panose="020B0A040201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000" dirty="0" err="1">
                <a:latin typeface="Arial Black" panose="020B0A04020102020204" pitchFamily="34" charset="0"/>
              </a:rPr>
              <a:t>Campaingn</a:t>
            </a:r>
            <a:endParaRPr lang="en-US" sz="1000" dirty="0">
              <a:latin typeface="Arial Black" panose="020B0A04020102020204" pitchFamily="34" charset="0"/>
            </a:endParaRPr>
          </a:p>
          <a:p>
            <a:pPr lvl="0"/>
            <a:r>
              <a:rPr lang="en-US" sz="1000" dirty="0" err="1">
                <a:latin typeface="Arial Black" panose="020B0A04020102020204" pitchFamily="34" charset="0"/>
              </a:rPr>
              <a:t>Campaingn</a:t>
            </a:r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019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mpaign Period Unit Trends"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25AC491-8B18-5E4F-82E7-7D2308A8B10D}"/>
              </a:ext>
            </a:extLst>
          </p:cNvPr>
          <p:cNvSpPr txBox="1">
            <a:spLocks/>
          </p:cNvSpPr>
          <p:nvPr userDrawn="1"/>
        </p:nvSpPr>
        <p:spPr>
          <a:xfrm>
            <a:off x="84282" y="6524532"/>
            <a:ext cx="246776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888A8E"/>
                </a:solidFill>
                <a:latin typeface="+mn-lt"/>
                <a:ea typeface="Verdana" charset="0"/>
                <a:cs typeface="Verdana" charset="0"/>
              </a:rPr>
              <a:t>2023 Catalina Confidential</a:t>
            </a:r>
            <a:endParaRPr lang="en-US" sz="900" b="1" dirty="0">
              <a:solidFill>
                <a:srgbClr val="D99B36"/>
              </a:solidFill>
              <a:latin typeface="+mn-lt"/>
              <a:ea typeface="Verdana" charset="0"/>
              <a:cs typeface="Verdana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1B6B29-0CD6-35CA-1FB9-6AD73AAFD7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4188" y="6445731"/>
            <a:ext cx="1231377" cy="249959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654B61-C8EB-38FA-DE70-A88DF93A7305}"/>
              </a:ext>
            </a:extLst>
          </p:cNvPr>
          <p:cNvCxnSpPr/>
          <p:nvPr userDrawn="1"/>
        </p:nvCxnSpPr>
        <p:spPr>
          <a:xfrm>
            <a:off x="10618191" y="6438297"/>
            <a:ext cx="0" cy="249959"/>
          </a:xfrm>
          <a:prstGeom prst="line">
            <a:avLst/>
          </a:prstGeom>
          <a:ln w="222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EBCDCAE3-CCD0-0953-180B-A6A4FDE689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94629" y="6391006"/>
            <a:ext cx="6558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F38EE-6C61-744A-9158-9D39D79F3D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F3AA47C-1EE0-5E9D-1FDE-F7132772C900}"/>
              </a:ext>
            </a:extLst>
          </p:cNvPr>
          <p:cNvSpPr txBox="1">
            <a:spLocks/>
          </p:cNvSpPr>
          <p:nvPr userDrawn="1"/>
        </p:nvSpPr>
        <p:spPr>
          <a:xfrm>
            <a:off x="200020" y="280247"/>
            <a:ext cx="11708951" cy="527104"/>
          </a:xfrm>
          <a:prstGeom prst="rect">
            <a:avLst/>
          </a:prstGeom>
        </p:spPr>
        <p:txBody>
          <a:bodyPr/>
          <a:lstStyle>
            <a:lvl1pPr algn="l" defTabSz="914318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0" baseline="0">
                <a:solidFill>
                  <a:srgbClr val="373F4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2400" dirty="0">
                <a:solidFill>
                  <a:schemeClr val="accent1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CAMPAIGN PERIOD UNIT SHARE</a:t>
            </a:r>
            <a:r>
              <a:rPr lang="en-US" sz="2800" dirty="0">
                <a:solidFill>
                  <a:schemeClr val="accent1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| </a:t>
            </a:r>
            <a:r>
              <a:rPr lang="en-US" sz="2400" dirty="0">
                <a:solidFill>
                  <a:srgbClr val="E66749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Total Trips</a:t>
            </a:r>
            <a:endParaRPr lang="en-US" sz="2400" dirty="0">
              <a:solidFill>
                <a:srgbClr val="E66749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4F04C4-04E8-23FC-2772-7006C1E838A8}"/>
              </a:ext>
            </a:extLst>
          </p:cNvPr>
          <p:cNvSpPr txBox="1"/>
          <p:nvPr userDrawn="1"/>
        </p:nvSpPr>
        <p:spPr>
          <a:xfrm>
            <a:off x="7283980" y="2103056"/>
            <a:ext cx="336619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b="0" i="0" u="none" strike="noStrike" spc="0" baseline="0">
                <a:solidFill>
                  <a:srgbClr val="000000">
                    <a:lumMod val="65000"/>
                    <a:lumOff val="35000"/>
                  </a:srgbClr>
                </a:solidFill>
              </a:defRPr>
            </a:lvl1pPr>
          </a:lstStyle>
          <a:p>
            <a:pPr algn="l"/>
            <a:r>
              <a:rPr lang="en-US" sz="1200" b="1" dirty="0">
                <a:solidFill>
                  <a:schemeClr val="tx1"/>
                </a:solidFill>
                <a:latin typeface="Arial Black" panose="020B0A04020102020204" pitchFamily="34" charset="0"/>
              </a:rPr>
              <a:t>UNITS PER TRIP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1A1527-30A8-C876-41A6-CE5CC9379BF6}"/>
              </a:ext>
            </a:extLst>
          </p:cNvPr>
          <p:cNvSpPr txBox="1"/>
          <p:nvPr userDrawn="1"/>
        </p:nvSpPr>
        <p:spPr>
          <a:xfrm>
            <a:off x="1584913" y="2002252"/>
            <a:ext cx="344350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b="0" i="0" u="none" strike="noStrike" spc="0" baseline="0">
                <a:solidFill>
                  <a:srgbClr val="000000">
                    <a:lumMod val="65000"/>
                    <a:lumOff val="35000"/>
                  </a:srgbClr>
                </a:solidFill>
              </a:defRPr>
            </a:lvl1pPr>
          </a:lstStyle>
          <a:p>
            <a:pPr algn="l"/>
            <a:r>
              <a:rPr lang="en-US" sz="1200" b="1" dirty="0">
                <a:solidFill>
                  <a:schemeClr val="tx1"/>
                </a:solidFill>
                <a:latin typeface="Arial Black" panose="020B0A04020102020204" pitchFamily="34" charset="0"/>
              </a:rPr>
              <a:t>UNIT SHARE</a:t>
            </a:r>
          </a:p>
        </p:txBody>
      </p:sp>
      <p:sp>
        <p:nvSpPr>
          <p:cNvPr id="14" name="Chart Placeholder 13">
            <a:extLst>
              <a:ext uri="{FF2B5EF4-FFF2-40B4-BE49-F238E27FC236}">
                <a16:creationId xmlns:a16="http://schemas.microsoft.com/office/drawing/2014/main" id="{43DF01C4-02D7-0CB5-FC60-AB31667533C0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7327542" y="2344452"/>
            <a:ext cx="3322637" cy="1980577"/>
          </a:xfrm>
          <a:prstGeom prst="rect">
            <a:avLst/>
          </a:prstGeom>
          <a:solidFill>
            <a:srgbClr val="E3E3E3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6" name="Chart Placeholder 15">
            <a:extLst>
              <a:ext uri="{FF2B5EF4-FFF2-40B4-BE49-F238E27FC236}">
                <a16:creationId xmlns:a16="http://schemas.microsoft.com/office/drawing/2014/main" id="{54330C08-AF62-15F4-E589-5ADE226B24C9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1585385" y="2250458"/>
            <a:ext cx="3322637" cy="2098064"/>
          </a:xfrm>
          <a:prstGeom prst="rect">
            <a:avLst/>
          </a:prstGeom>
          <a:solidFill>
            <a:srgbClr val="E3E3E3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98C379-714A-AE26-F035-8AA87F261DF2}"/>
              </a:ext>
            </a:extLst>
          </p:cNvPr>
          <p:cNvSpPr txBox="1"/>
          <p:nvPr userDrawn="1"/>
        </p:nvSpPr>
        <p:spPr>
          <a:xfrm>
            <a:off x="4150232" y="2151660"/>
            <a:ext cx="1028934" cy="430887"/>
          </a:xfrm>
          <a:prstGeom prst="rect">
            <a:avLst/>
          </a:prstGeom>
          <a:solidFill>
            <a:srgbClr val="F0C056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endParaRPr lang="en-US" sz="1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endParaRPr lang="en-US" sz="1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9E18A4BB-78D9-06D6-9B6A-38D56D3D8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732605" y="2157980"/>
            <a:ext cx="1188720" cy="430212"/>
          </a:xfrm>
          <a:prstGeom prst="rect">
            <a:avLst/>
          </a:prstGeom>
          <a:solidFill>
            <a:srgbClr val="F0C056"/>
          </a:solidFill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05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98F8702-9925-9439-9194-C43454CE44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0231" y="2151067"/>
            <a:ext cx="1028935" cy="36733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5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187C3C6C-70C9-E73B-F78F-9B207E5C8A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55201" y="6244261"/>
            <a:ext cx="4023360" cy="2435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Arial Black" panose="020B0A040201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000" dirty="0" err="1">
                <a:latin typeface="Arial Black" panose="020B0A04020102020204" pitchFamily="34" charset="0"/>
              </a:rPr>
              <a:t>Campaingn</a:t>
            </a:r>
            <a:endParaRPr lang="en-US" sz="1000" dirty="0">
              <a:latin typeface="Arial Black" panose="020B0A040201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00" dirty="0" err="1">
                <a:latin typeface="Arial Black" panose="020B0A04020102020204" pitchFamily="34" charset="0"/>
              </a:rPr>
              <a:t>Campaingn</a:t>
            </a:r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84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tegory Share Campaign Participants"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25AC491-8B18-5E4F-82E7-7D2308A8B10D}"/>
              </a:ext>
            </a:extLst>
          </p:cNvPr>
          <p:cNvSpPr txBox="1">
            <a:spLocks/>
          </p:cNvSpPr>
          <p:nvPr userDrawn="1"/>
        </p:nvSpPr>
        <p:spPr>
          <a:xfrm>
            <a:off x="84282" y="6524532"/>
            <a:ext cx="246776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888A8E"/>
                </a:solidFill>
                <a:latin typeface="+mn-lt"/>
                <a:ea typeface="Verdana" charset="0"/>
                <a:cs typeface="Verdana" charset="0"/>
              </a:rPr>
              <a:t>2023 Catalina Confidential</a:t>
            </a:r>
            <a:endParaRPr lang="en-US" sz="900" b="1" dirty="0">
              <a:solidFill>
                <a:srgbClr val="D99B36"/>
              </a:solidFill>
              <a:latin typeface="+mn-lt"/>
              <a:ea typeface="Verdana" charset="0"/>
              <a:cs typeface="Verdana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1B6B29-0CD6-35CA-1FB9-6AD73AAFD7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4188" y="6445731"/>
            <a:ext cx="1231377" cy="249959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654B61-C8EB-38FA-DE70-A88DF93A7305}"/>
              </a:ext>
            </a:extLst>
          </p:cNvPr>
          <p:cNvCxnSpPr/>
          <p:nvPr userDrawn="1"/>
        </p:nvCxnSpPr>
        <p:spPr>
          <a:xfrm>
            <a:off x="10618191" y="6438297"/>
            <a:ext cx="0" cy="249959"/>
          </a:xfrm>
          <a:prstGeom prst="line">
            <a:avLst/>
          </a:prstGeom>
          <a:ln w="222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CF3AA47C-1EE0-5E9D-1FDE-F7132772C900}"/>
              </a:ext>
            </a:extLst>
          </p:cNvPr>
          <p:cNvSpPr txBox="1">
            <a:spLocks/>
          </p:cNvSpPr>
          <p:nvPr userDrawn="1"/>
        </p:nvSpPr>
        <p:spPr>
          <a:xfrm>
            <a:off x="200020" y="280247"/>
            <a:ext cx="11708951" cy="527104"/>
          </a:xfrm>
          <a:prstGeom prst="rect">
            <a:avLst/>
          </a:prstGeom>
        </p:spPr>
        <p:txBody>
          <a:bodyPr/>
          <a:lstStyle>
            <a:lvl1pPr algn="l" defTabSz="914318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0" baseline="0">
                <a:solidFill>
                  <a:srgbClr val="373F4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2400" dirty="0">
                <a:solidFill>
                  <a:schemeClr val="accent1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SHARE OF REQUIEMENTS | </a:t>
            </a:r>
            <a:r>
              <a:rPr lang="en-US" sz="2400" dirty="0">
                <a:solidFill>
                  <a:srgbClr val="E66749"/>
                </a:solidFill>
                <a:latin typeface="Arial Black" panose="020B0A040201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Campaign Participants</a:t>
            </a:r>
            <a:endParaRPr lang="en-US" sz="2400" dirty="0">
              <a:solidFill>
                <a:srgbClr val="E66749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C931FB-721C-2221-C895-5C92D68E421B}"/>
              </a:ext>
            </a:extLst>
          </p:cNvPr>
          <p:cNvSpPr txBox="1"/>
          <p:nvPr userDrawn="1"/>
        </p:nvSpPr>
        <p:spPr>
          <a:xfrm>
            <a:off x="276220" y="2022629"/>
            <a:ext cx="322130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b="0" i="0" u="none" strike="noStrike" spc="0" baseline="0">
                <a:solidFill>
                  <a:srgbClr val="000000">
                    <a:lumMod val="65000"/>
                    <a:lumOff val="35000"/>
                  </a:srgbClr>
                </a:solidFill>
              </a:defRPr>
            </a:lvl1pPr>
          </a:lstStyle>
          <a:p>
            <a:pPr algn="l"/>
            <a:r>
              <a:rPr lang="en-US" sz="1400" b="1" dirty="0">
                <a:solidFill>
                  <a:schemeClr val="tx1"/>
                </a:solidFill>
                <a:latin typeface="Arial Black" panose="020B0A04020102020204" pitchFamily="34" charset="0"/>
              </a:rPr>
              <a:t>DOLLAR SHARE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13B393-1659-B17F-4E07-F8571C129E9C}"/>
              </a:ext>
            </a:extLst>
          </p:cNvPr>
          <p:cNvSpPr txBox="1"/>
          <p:nvPr userDrawn="1"/>
        </p:nvSpPr>
        <p:spPr>
          <a:xfrm>
            <a:off x="6350442" y="2022629"/>
            <a:ext cx="322130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b="0" i="0" u="none" strike="noStrike" spc="0" baseline="0">
                <a:solidFill>
                  <a:srgbClr val="000000">
                    <a:lumMod val="65000"/>
                    <a:lumOff val="35000"/>
                  </a:srgbClr>
                </a:solidFill>
              </a:defRPr>
            </a:lvl1pPr>
          </a:lstStyle>
          <a:p>
            <a:pPr algn="l"/>
            <a:r>
              <a:rPr lang="en-US" sz="1400" b="1" dirty="0">
                <a:solidFill>
                  <a:schemeClr val="tx1"/>
                </a:solidFill>
                <a:latin typeface="Arial Black" panose="020B0A04020102020204" pitchFamily="34" charset="0"/>
              </a:rPr>
              <a:t>UNIT SHARE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1B5F28-8D79-4829-7FB9-DF1665111768}"/>
              </a:ext>
            </a:extLst>
          </p:cNvPr>
          <p:cNvSpPr txBox="1"/>
          <p:nvPr userDrawn="1"/>
        </p:nvSpPr>
        <p:spPr>
          <a:xfrm>
            <a:off x="1921538" y="2625689"/>
            <a:ext cx="1489481" cy="584775"/>
          </a:xfrm>
          <a:prstGeom prst="rect">
            <a:avLst/>
          </a:prstGeom>
          <a:solidFill>
            <a:srgbClr val="F0C056"/>
          </a:solidFill>
        </p:spPr>
        <p:txBody>
          <a:bodyPr wrap="square" rtlCol="0">
            <a:spAutoFit/>
          </a:bodyPr>
          <a:lstStyle/>
          <a:p>
            <a:endParaRPr lang="en-US" sz="1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F82BA5-B343-D253-B394-19C9237E543C}"/>
              </a:ext>
            </a:extLst>
          </p:cNvPr>
          <p:cNvSpPr txBox="1"/>
          <p:nvPr userDrawn="1"/>
        </p:nvSpPr>
        <p:spPr>
          <a:xfrm>
            <a:off x="7788827" y="2625688"/>
            <a:ext cx="1581204" cy="584775"/>
          </a:xfrm>
          <a:prstGeom prst="rect">
            <a:avLst/>
          </a:prstGeom>
          <a:solidFill>
            <a:srgbClr val="F0C056"/>
          </a:solidFill>
        </p:spPr>
        <p:txBody>
          <a:bodyPr wrap="square" rtlCol="0">
            <a:spAutoFit/>
          </a:bodyPr>
          <a:lstStyle/>
          <a:p>
            <a:endParaRPr lang="en-US" sz="1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F6CC9F8-41CA-5B15-F62C-DDCDD55323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21538" y="2625688"/>
            <a:ext cx="1489481" cy="584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4136037-8D98-F204-FF7C-F8045444124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788824" y="2640597"/>
            <a:ext cx="1581203" cy="5553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F848633-F4B0-D40C-DD02-73731B98F8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6875" y="1116147"/>
            <a:ext cx="11512550" cy="673100"/>
          </a:xfrm>
          <a:prstGeom prst="rect">
            <a:avLst/>
          </a:prstGeom>
        </p:spPr>
        <p:txBody>
          <a:bodyPr/>
          <a:lstStyle>
            <a:lvl1pPr>
              <a:buClr>
                <a:srgbClr val="E66749"/>
              </a:buClr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158C9249-5695-D3D1-C000-9D8355E10DC8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96876" y="3319673"/>
            <a:ext cx="5556254" cy="25645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Chart Placeholder 16">
            <a:extLst>
              <a:ext uri="{FF2B5EF4-FFF2-40B4-BE49-F238E27FC236}">
                <a16:creationId xmlns:a16="http://schemas.microsoft.com/office/drawing/2014/main" id="{3D266B55-3F1C-E610-41A8-6EB9992FE967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238872" y="3319673"/>
            <a:ext cx="5746753" cy="25645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BE80435-6399-5E7C-CFE5-7D69F47618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055201" y="6035539"/>
            <a:ext cx="4572000" cy="2435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Arial Black" panose="020B0A040201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000" dirty="0" err="1">
                <a:latin typeface="Arial Black" panose="020B0A04020102020204" pitchFamily="34" charset="0"/>
              </a:rPr>
              <a:t>Campaingn</a:t>
            </a:r>
            <a:endParaRPr lang="en-US" sz="1000" dirty="0">
              <a:latin typeface="Arial Black" panose="020B0A040201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00" dirty="0" err="1">
                <a:latin typeface="Arial Black" panose="020B0A04020102020204" pitchFamily="34" charset="0"/>
              </a:rPr>
              <a:t>Campaingn</a:t>
            </a:r>
            <a:endParaRPr lang="en-US" sz="1000" dirty="0">
              <a:latin typeface="Arial Black" panose="020B0A040201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00" dirty="0" err="1">
                <a:latin typeface="Arial Black" panose="020B0A04020102020204" pitchFamily="34" charset="0"/>
              </a:rPr>
              <a:t>Campaingn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401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4771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6" r:id="rId1"/>
    <p:sldLayoutId id="2147484115" r:id="rId2"/>
    <p:sldLayoutId id="2147484196" r:id="rId3"/>
    <p:sldLayoutId id="2147484188" r:id="rId4"/>
    <p:sldLayoutId id="2147484189" r:id="rId5"/>
    <p:sldLayoutId id="2147484190" r:id="rId6"/>
    <p:sldLayoutId id="2147484191" r:id="rId7"/>
    <p:sldLayoutId id="2147484192" r:id="rId8"/>
    <p:sldLayoutId id="2147484193" r:id="rId9"/>
    <p:sldLayoutId id="2147484194" r:id="rId10"/>
    <p:sldLayoutId id="2147484195" r:id="rId11"/>
    <p:sldLayoutId id="2147484197" r:id="rId12"/>
    <p:sldLayoutId id="2147484198" r:id="rId13"/>
    <p:sldLayoutId id="2147484199" r:id="rId14"/>
    <p:sldLayoutId id="2147484200" r:id="rId15"/>
    <p:sldLayoutId id="2147484201" r:id="rId16"/>
    <p:sldLayoutId id="2147484202" r:id="rId17"/>
    <p:sldLayoutId id="2147484203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sz="3600" kern="1200">
          <a:solidFill>
            <a:srgbClr val="6E8D9C"/>
          </a:solidFill>
          <a:latin typeface="Avenir" panose="02000503020000020003" pitchFamily="2" charset="0"/>
          <a:ea typeface="Avenir" panose="02000503020000020003" pitchFamily="2" charset="0"/>
          <a:cs typeface="Avenir" panose="02000503020000020003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5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Avenir" panose="02000503020000020003" pitchFamily="2" charset="0"/>
          <a:ea typeface="Avenir" panose="02000503020000020003" pitchFamily="2" charset="0"/>
          <a:cs typeface="Avenir" panose="02000503020000020003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Font typeface=".AppleSystemUIFont" charset="-120"/>
        <a:buChar char="-"/>
        <a:defRPr sz="2200" kern="1200">
          <a:solidFill>
            <a:schemeClr val="tx1">
              <a:lumMod val="50000"/>
              <a:lumOff val="50000"/>
            </a:schemeClr>
          </a:solidFill>
          <a:latin typeface="Avenir" panose="02000503020000020003" pitchFamily="2" charset="0"/>
          <a:ea typeface="Avenir" panose="02000503020000020003" pitchFamily="2" charset="0"/>
          <a:cs typeface="Avenir" panose="02000503020000020003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Avenir" panose="02000503020000020003" pitchFamily="2" charset="0"/>
          <a:ea typeface="Avenir" panose="02000503020000020003" pitchFamily="2" charset="0"/>
          <a:cs typeface="Avenir" panose="02000503020000020003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Font typeface=".AppleSystemUIFont" charset="-120"/>
        <a:buChar char="-"/>
        <a:defRPr sz="1600" kern="1200">
          <a:solidFill>
            <a:schemeClr val="tx1">
              <a:lumMod val="50000"/>
              <a:lumOff val="50000"/>
            </a:schemeClr>
          </a:solidFill>
          <a:latin typeface="Avenir" panose="02000503020000020003" pitchFamily="2" charset="0"/>
          <a:ea typeface="Avenir" panose="02000503020000020003" pitchFamily="2" charset="0"/>
          <a:cs typeface="Avenir" panose="02000503020000020003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Avenir" panose="02000503020000020003" pitchFamily="2" charset="0"/>
          <a:ea typeface="Avenir" panose="02000503020000020003" pitchFamily="2" charset="0"/>
          <a:cs typeface="Avenir" panose="02000503020000020003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1_Office Theme">
  <a:themeElements>
    <a:clrScheme name="Custom 3">
      <a:dk1>
        <a:srgbClr val="000000"/>
      </a:dk1>
      <a:lt1>
        <a:srgbClr val="FFFFFF"/>
      </a:lt1>
      <a:dk2>
        <a:srgbClr val="E3E3E3"/>
      </a:dk2>
      <a:lt2>
        <a:srgbClr val="E3E3E3"/>
      </a:lt2>
      <a:accent1>
        <a:srgbClr val="003868"/>
      </a:accent1>
      <a:accent2>
        <a:srgbClr val="7FA9B8"/>
      </a:accent2>
      <a:accent3>
        <a:srgbClr val="E66749"/>
      </a:accent3>
      <a:accent4>
        <a:srgbClr val="EBAB20"/>
      </a:accent4>
      <a:accent5>
        <a:srgbClr val="7FA9B8"/>
      </a:accent5>
      <a:accent6>
        <a:srgbClr val="1F2B44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14B8D130A65E4F9051EC28D3E74868" ma:contentTypeVersion="14" ma:contentTypeDescription="Create a new document." ma:contentTypeScope="" ma:versionID="23b5566e215e816ca828b1f3febabd64">
  <xsd:schema xmlns:xsd="http://www.w3.org/2001/XMLSchema" xmlns:xs="http://www.w3.org/2001/XMLSchema" xmlns:p="http://schemas.microsoft.com/office/2006/metadata/properties" xmlns:ns2="20b172a1-d0f2-4ef4-87d8-47610ac33db6" xmlns:ns3="97017b49-7bb9-4bad-8f30-55dcb60303d2" xmlns:ns4="7055a628-d5bf-4795-978a-bb2d1eb1deaa" targetNamespace="http://schemas.microsoft.com/office/2006/metadata/properties" ma:root="true" ma:fieldsID="b8bf5d336d8aabc306059ccc3fd264fe" ns2:_="" ns3:_="" ns4:_="">
    <xsd:import namespace="20b172a1-d0f2-4ef4-87d8-47610ac33db6"/>
    <xsd:import namespace="97017b49-7bb9-4bad-8f30-55dcb60303d2"/>
    <xsd:import namespace="7055a628-d5bf-4795-978a-bb2d1eb1dea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b172a1-d0f2-4ef4-87d8-47610ac33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67d6e43f-350b-437f-8129-4a315b644ec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017b49-7bb9-4bad-8f30-55dcb60303d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55a628-d5bf-4795-978a-bb2d1eb1deaa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49e38ee2-b853-4997-bfe4-27a419673709}" ma:internalName="TaxCatchAll" ma:showField="CatchAllData" ma:web="97017b49-7bb9-4bad-8f30-55dcb60303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0b172a1-d0f2-4ef4-87d8-47610ac33db6">
      <Terms xmlns="http://schemas.microsoft.com/office/infopath/2007/PartnerControls"/>
    </lcf76f155ced4ddcb4097134ff3c332f>
    <TaxCatchAll xmlns="7055a628-d5bf-4795-978a-bb2d1eb1dea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85BFBCC-6FA4-4ADC-B814-FA7D351FEF66}">
  <ds:schemaRefs>
    <ds:schemaRef ds:uri="20b172a1-d0f2-4ef4-87d8-47610ac33db6"/>
    <ds:schemaRef ds:uri="7055a628-d5bf-4795-978a-bb2d1eb1deaa"/>
    <ds:schemaRef ds:uri="97017b49-7bb9-4bad-8f30-55dcb60303d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DD3FF7A-044B-4525-8DBA-C0107D9CB601}">
  <ds:schemaRefs>
    <ds:schemaRef ds:uri="http://www.w3.org/XML/1998/namespace"/>
    <ds:schemaRef ds:uri="20b172a1-d0f2-4ef4-87d8-47610ac33db6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7055a628-d5bf-4795-978a-bb2d1eb1deaa"/>
    <ds:schemaRef ds:uri="97017b49-7bb9-4bad-8f30-55dcb60303d2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13F7FAD0-5893-44BA-AD97-9E42B850242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54569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7" baseType="lpstr">
      <vt:lpstr>.AppleSystemUIFont</vt:lpstr>
      <vt:lpstr>Arial</vt:lpstr>
      <vt:lpstr>Arial Black</vt:lpstr>
      <vt:lpstr>Arial Body</vt:lpstr>
      <vt:lpstr>Avenir</vt:lpstr>
      <vt:lpstr>Calibri</vt:lpstr>
      <vt:lpstr>1_Office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Juan Morice</cp:lastModifiedBy>
  <cp:revision>116</cp:revision>
  <cp:lastPrinted>2018-06-19T21:58:53Z</cp:lastPrinted>
  <dcterms:created xsi:type="dcterms:W3CDTF">2017-08-18T13:04:58Z</dcterms:created>
  <dcterms:modified xsi:type="dcterms:W3CDTF">2024-12-12T06:45:39Z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0x010100C514B8D130A65E4F9051EC28D3E74868</vt:lpwstr>
  </property>
  <property fmtid="{D5CDD505-2E9C-101B-9397-08002B2CF9AE}" pid="3" name="MediaServiceImageTags">
    <vt:lpwstr/>
  </property>
</Properties>
</file>